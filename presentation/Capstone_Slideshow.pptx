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16"/>
  </p:notesMasterIdLst>
  <p:sldIdLst>
    <p:sldId id="256" r:id="rId2"/>
    <p:sldId id="257" r:id="rId3"/>
    <p:sldId id="266" r:id="rId4"/>
    <p:sldId id="259" r:id="rId5"/>
    <p:sldId id="268" r:id="rId6"/>
    <p:sldId id="261" r:id="rId7"/>
    <p:sldId id="258" r:id="rId8"/>
    <p:sldId id="262" r:id="rId9"/>
    <p:sldId id="263" r:id="rId10"/>
    <p:sldId id="264" r:id="rId11"/>
    <p:sldId id="265" r:id="rId12"/>
    <p:sldId id="267" r:id="rId13"/>
    <p:sldId id="26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5C77B-8252-4CA5-AFB2-61EC512F90B9}" v="162" dt="2026-06-24T19:30:26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Weinstein" userId="231d19b33fbb8e80" providerId="LiveId" clId="{4F22EBBA-8488-44F0-BAF2-170BC99B8070}"/>
    <pc:docChg chg="undo redo custSel addSld delSld modSld sldOrd">
      <pc:chgData name="Max Weinstein" userId="231d19b33fbb8e80" providerId="LiveId" clId="{4F22EBBA-8488-44F0-BAF2-170BC99B8070}" dt="2026-06-24T19:30:26.857" v="4144" actId="113"/>
      <pc:docMkLst>
        <pc:docMk/>
      </pc:docMkLst>
      <pc:sldChg chg="addSp delSp modSp mod modAnim">
        <pc:chgData name="Max Weinstein" userId="231d19b33fbb8e80" providerId="LiveId" clId="{4F22EBBA-8488-44F0-BAF2-170BC99B8070}" dt="2026-06-24T19:30:26.857" v="4144" actId="113"/>
        <pc:sldMkLst>
          <pc:docMk/>
          <pc:sldMk cId="3975786065" sldId="256"/>
        </pc:sldMkLst>
        <pc:spChg chg="mod">
          <ac:chgData name="Max Weinstein" userId="231d19b33fbb8e80" providerId="LiveId" clId="{4F22EBBA-8488-44F0-BAF2-170BC99B8070}" dt="2026-06-24T18:39:57.036" v="3836" actId="113"/>
          <ac:spMkLst>
            <pc:docMk/>
            <pc:sldMk cId="3975786065" sldId="256"/>
            <ac:spMk id="2" creationId="{27306ACC-8686-5760-14B9-80A5DF854EC4}"/>
          </ac:spMkLst>
        </pc:spChg>
        <pc:spChg chg="mod">
          <ac:chgData name="Max Weinstein" userId="231d19b33fbb8e80" providerId="LiveId" clId="{4F22EBBA-8488-44F0-BAF2-170BC99B8070}" dt="2026-06-24T19:30:26.857" v="4144" actId="113"/>
          <ac:spMkLst>
            <pc:docMk/>
            <pc:sldMk cId="3975786065" sldId="256"/>
            <ac:spMk id="3" creationId="{227151E3-6405-3328-8041-AD49885FDA2E}"/>
          </ac:spMkLst>
        </pc:spChg>
        <pc:picChg chg="add del mod">
          <ac:chgData name="Max Weinstein" userId="231d19b33fbb8e80" providerId="LiveId" clId="{4F22EBBA-8488-44F0-BAF2-170BC99B8070}" dt="2026-06-24T19:28:23.542" v="4042" actId="478"/>
          <ac:picMkLst>
            <pc:docMk/>
            <pc:sldMk cId="3975786065" sldId="256"/>
            <ac:picMk id="5" creationId="{3B72B9CC-9310-AEA1-7095-CA9586234665}"/>
          </ac:picMkLst>
        </pc:picChg>
        <pc:picChg chg="add mod">
          <ac:chgData name="Max Weinstein" userId="231d19b33fbb8e80" providerId="LiveId" clId="{4F22EBBA-8488-44F0-BAF2-170BC99B8070}" dt="2026-06-24T19:29:33.323" v="4122" actId="1076"/>
          <ac:picMkLst>
            <pc:docMk/>
            <pc:sldMk cId="3975786065" sldId="256"/>
            <ac:picMk id="6" creationId="{CD655446-1E93-D492-5431-B212995008AE}"/>
          </ac:picMkLst>
        </pc:picChg>
      </pc:sldChg>
      <pc:sldChg chg="addSp delSp modSp mod">
        <pc:chgData name="Max Weinstein" userId="231d19b33fbb8e80" providerId="LiveId" clId="{4F22EBBA-8488-44F0-BAF2-170BC99B8070}" dt="2026-06-24T19:26:28.411" v="4024" actId="20577"/>
        <pc:sldMkLst>
          <pc:docMk/>
          <pc:sldMk cId="1963319702" sldId="257"/>
        </pc:sldMkLst>
        <pc:spChg chg="mod">
          <ac:chgData name="Max Weinstein" userId="231d19b33fbb8e80" providerId="LiveId" clId="{4F22EBBA-8488-44F0-BAF2-170BC99B8070}" dt="2026-06-24T18:38:56.994" v="3833" actId="113"/>
          <ac:spMkLst>
            <pc:docMk/>
            <pc:sldMk cId="1963319702" sldId="257"/>
            <ac:spMk id="2" creationId="{E017413C-EA5B-2361-5416-AA79895E9530}"/>
          </ac:spMkLst>
        </pc:spChg>
        <pc:spChg chg="mod">
          <ac:chgData name="Max Weinstein" userId="231d19b33fbb8e80" providerId="LiveId" clId="{4F22EBBA-8488-44F0-BAF2-170BC99B8070}" dt="2026-06-24T19:26:28.411" v="4024" actId="20577"/>
          <ac:spMkLst>
            <pc:docMk/>
            <pc:sldMk cId="1963319702" sldId="257"/>
            <ac:spMk id="3" creationId="{C50BD558-876C-6FD2-D033-CB56823981C6}"/>
          </ac:spMkLst>
        </pc:spChg>
        <pc:spChg chg="add">
          <ac:chgData name="Max Weinstein" userId="231d19b33fbb8e80" providerId="LiveId" clId="{4F22EBBA-8488-44F0-BAF2-170BC99B8070}" dt="2026-06-22T02:09:45.406" v="2236" actId="26606"/>
          <ac:spMkLst>
            <pc:docMk/>
            <pc:sldMk cId="1963319702" sldId="257"/>
            <ac:spMk id="34" creationId="{5D7F64A8-D625-4F61-A290-B499BB62ACFF}"/>
          </ac:spMkLst>
        </pc:spChg>
        <pc:picChg chg="add">
          <ac:chgData name="Max Weinstein" userId="231d19b33fbb8e80" providerId="LiveId" clId="{4F22EBBA-8488-44F0-BAF2-170BC99B8070}" dt="2026-06-22T02:09:45.406" v="2236" actId="26606"/>
          <ac:picMkLst>
            <pc:docMk/>
            <pc:sldMk cId="1963319702" sldId="257"/>
            <ac:picMk id="29" creationId="{C9E9B4D6-AA8E-0760-8C57-33F327313448}"/>
          </ac:picMkLst>
        </pc:picChg>
        <pc:picChg chg="add">
          <ac:chgData name="Max Weinstein" userId="231d19b33fbb8e80" providerId="LiveId" clId="{4F22EBBA-8488-44F0-BAF2-170BC99B8070}" dt="2026-06-22T02:09:45.406" v="2236" actId="26606"/>
          <ac:picMkLst>
            <pc:docMk/>
            <pc:sldMk cId="1963319702" sldId="257"/>
            <ac:picMk id="31" creationId="{AFA811F7-6092-4189-BC66-AA677D3AD393}"/>
          </ac:picMkLst>
        </pc:picChg>
      </pc:sldChg>
      <pc:sldChg chg="addSp delSp modSp mod">
        <pc:chgData name="Max Weinstein" userId="231d19b33fbb8e80" providerId="LiveId" clId="{4F22EBBA-8488-44F0-BAF2-170BC99B8070}" dt="2026-06-24T19:27:10.750" v="4036" actId="207"/>
        <pc:sldMkLst>
          <pc:docMk/>
          <pc:sldMk cId="1115861630" sldId="258"/>
        </pc:sldMkLst>
        <pc:spChg chg="mod">
          <ac:chgData name="Max Weinstein" userId="231d19b33fbb8e80" providerId="LiveId" clId="{4F22EBBA-8488-44F0-BAF2-170BC99B8070}" dt="2026-06-22T01:09:43.209" v="1151" actId="113"/>
          <ac:spMkLst>
            <pc:docMk/>
            <pc:sldMk cId="1115861630" sldId="258"/>
            <ac:spMk id="2" creationId="{F304FA92-569D-EB4F-92AD-E82AAE91FBC9}"/>
          </ac:spMkLst>
        </pc:spChg>
        <pc:spChg chg="add mod">
          <ac:chgData name="Max Weinstein" userId="231d19b33fbb8e80" providerId="LiveId" clId="{4F22EBBA-8488-44F0-BAF2-170BC99B8070}" dt="2026-06-24T19:10:07.038" v="3942" actId="20577"/>
          <ac:spMkLst>
            <pc:docMk/>
            <pc:sldMk cId="1115861630" sldId="258"/>
            <ac:spMk id="3" creationId="{1B28263D-5E54-31D8-D08F-3E300B2BF21B}"/>
          </ac:spMkLst>
        </pc:spChg>
        <pc:spChg chg="mod">
          <ac:chgData name="Max Weinstein" userId="231d19b33fbb8e80" providerId="LiveId" clId="{4F22EBBA-8488-44F0-BAF2-170BC99B8070}" dt="2026-06-24T19:26:49.652" v="4028" actId="20577"/>
          <ac:spMkLst>
            <pc:docMk/>
            <pc:sldMk cId="1115861630" sldId="258"/>
            <ac:spMk id="9" creationId="{794E3413-3240-AA47-5A39-5F4F0A6CD4CF}"/>
          </ac:spMkLst>
        </pc:spChg>
        <pc:spChg chg="add mod">
          <ac:chgData name="Max Weinstein" userId="231d19b33fbb8e80" providerId="LiveId" clId="{4F22EBBA-8488-44F0-BAF2-170BC99B8070}" dt="2026-06-24T19:09:39.468" v="3939" actId="20577"/>
          <ac:spMkLst>
            <pc:docMk/>
            <pc:sldMk cId="1115861630" sldId="258"/>
            <ac:spMk id="11" creationId="{42C6F774-4622-0623-5331-F7A09C63A772}"/>
          </ac:spMkLst>
        </pc:spChg>
        <pc:spChg chg="mod">
          <ac:chgData name="Max Weinstein" userId="231d19b33fbb8e80" providerId="LiveId" clId="{4F22EBBA-8488-44F0-BAF2-170BC99B8070}" dt="2026-06-24T19:27:10.750" v="4036" actId="207"/>
          <ac:spMkLst>
            <pc:docMk/>
            <pc:sldMk cId="1115861630" sldId="258"/>
            <ac:spMk id="23" creationId="{2903C349-A115-B92D-BA5C-24F9C0C00CA7}"/>
          </ac:spMkLst>
        </pc:spChg>
        <pc:picChg chg="add del mod">
          <ac:chgData name="Max Weinstein" userId="231d19b33fbb8e80" providerId="LiveId" clId="{4F22EBBA-8488-44F0-BAF2-170BC99B8070}" dt="2026-06-24T18:55:01.521" v="3852" actId="478"/>
          <ac:picMkLst>
            <pc:docMk/>
            <pc:sldMk cId="1115861630" sldId="258"/>
            <ac:picMk id="5" creationId="{04D49006-8080-08BF-C666-30711C9CD7C0}"/>
          </ac:picMkLst>
        </pc:picChg>
        <pc:picChg chg="add del mod">
          <ac:chgData name="Max Weinstein" userId="231d19b33fbb8e80" providerId="LiveId" clId="{4F22EBBA-8488-44F0-BAF2-170BC99B8070}" dt="2026-06-24T18:55:33.328" v="3857" actId="478"/>
          <ac:picMkLst>
            <pc:docMk/>
            <pc:sldMk cId="1115861630" sldId="258"/>
            <ac:picMk id="6" creationId="{7A2F8B8F-C1A3-A8F1-2D36-089B3817DEFA}"/>
          </ac:picMkLst>
        </pc:picChg>
        <pc:picChg chg="del">
          <ac:chgData name="Max Weinstein" userId="231d19b33fbb8e80" providerId="LiveId" clId="{4F22EBBA-8488-44F0-BAF2-170BC99B8070}" dt="2026-06-24T17:02:12.367" v="2248" actId="478"/>
          <ac:picMkLst>
            <pc:docMk/>
            <pc:sldMk cId="1115861630" sldId="258"/>
            <ac:picMk id="7" creationId="{EE44B400-D198-22E6-7E75-F661EFBB03D6}"/>
          </ac:picMkLst>
        </pc:picChg>
        <pc:picChg chg="add mod">
          <ac:chgData name="Max Weinstein" userId="231d19b33fbb8e80" providerId="LiveId" clId="{4F22EBBA-8488-44F0-BAF2-170BC99B8070}" dt="2026-06-24T18:55:39.209" v="3861" actId="1076"/>
          <ac:picMkLst>
            <pc:docMk/>
            <pc:sldMk cId="1115861630" sldId="258"/>
            <ac:picMk id="8" creationId="{4F3E49A8-4699-A002-940B-2421AB613289}"/>
          </ac:picMkLst>
        </pc:picChg>
      </pc:sldChg>
      <pc:sldChg chg="addSp delSp modSp mod">
        <pc:chgData name="Max Weinstein" userId="231d19b33fbb8e80" providerId="LiveId" clId="{4F22EBBA-8488-44F0-BAF2-170BC99B8070}" dt="2026-06-24T18:40:20.960" v="3837" actId="113"/>
        <pc:sldMkLst>
          <pc:docMk/>
          <pc:sldMk cId="2570705145" sldId="259"/>
        </pc:sldMkLst>
        <pc:spChg chg="mod">
          <ac:chgData name="Max Weinstein" userId="231d19b33fbb8e80" providerId="LiveId" clId="{4F22EBBA-8488-44F0-BAF2-170BC99B8070}" dt="2026-06-24T18:38:49.210" v="3831" actId="113"/>
          <ac:spMkLst>
            <pc:docMk/>
            <pc:sldMk cId="2570705145" sldId="259"/>
            <ac:spMk id="2" creationId="{8C054225-A703-D53D-F4AE-018213649DFA}"/>
          </ac:spMkLst>
        </pc:spChg>
        <pc:spChg chg="add mod">
          <ac:chgData name="Max Weinstein" userId="231d19b33fbb8e80" providerId="LiveId" clId="{4F22EBBA-8488-44F0-BAF2-170BC99B8070}" dt="2026-06-24T18:40:20.960" v="3837" actId="113"/>
          <ac:spMkLst>
            <pc:docMk/>
            <pc:sldMk cId="2570705145" sldId="259"/>
            <ac:spMk id="5" creationId="{5360E442-6A4F-BEE4-359A-5C9DDBCE2689}"/>
          </ac:spMkLst>
        </pc:spChg>
        <pc:spChg chg="add del mod">
          <ac:chgData name="Max Weinstein" userId="231d19b33fbb8e80" providerId="LiveId" clId="{4F22EBBA-8488-44F0-BAF2-170BC99B8070}" dt="2026-06-24T18:31:32.730" v="3600" actId="478"/>
          <ac:spMkLst>
            <pc:docMk/>
            <pc:sldMk cId="2570705145" sldId="259"/>
            <ac:spMk id="6" creationId="{90982E5B-9D0E-509C-806B-212A3CE51CE5}"/>
          </ac:spMkLst>
        </pc:spChg>
        <pc:spChg chg="add del mod">
          <ac:chgData name="Max Weinstein" userId="231d19b33fbb8e80" providerId="LiveId" clId="{4F22EBBA-8488-44F0-BAF2-170BC99B8070}" dt="2026-06-24T18:31:35.230" v="3601" actId="478"/>
          <ac:spMkLst>
            <pc:docMk/>
            <pc:sldMk cId="2570705145" sldId="259"/>
            <ac:spMk id="9" creationId="{C20D5001-E459-4583-0A2F-B8FDACE59381}"/>
          </ac:spMkLst>
        </pc:spChg>
        <pc:graphicFrameChg chg="add del mod modGraphic">
          <ac:chgData name="Max Weinstein" userId="231d19b33fbb8e80" providerId="LiveId" clId="{4F22EBBA-8488-44F0-BAF2-170BC99B8070}" dt="2026-06-24T18:39:22.705" v="3834" actId="113"/>
          <ac:graphicFrameMkLst>
            <pc:docMk/>
            <pc:sldMk cId="2570705145" sldId="259"/>
            <ac:graphicFrameMk id="7" creationId="{52F8F697-8120-510F-B43B-C7918F49C9A7}"/>
          </ac:graphicFrameMkLst>
        </pc:graphicFrameChg>
        <pc:picChg chg="add mod">
          <ac:chgData name="Max Weinstein" userId="231d19b33fbb8e80" providerId="LiveId" clId="{4F22EBBA-8488-44F0-BAF2-170BC99B8070}" dt="2026-06-24T18:37:45.832" v="3792" actId="1076"/>
          <ac:picMkLst>
            <pc:docMk/>
            <pc:sldMk cId="2570705145" sldId="259"/>
            <ac:picMk id="4" creationId="{1FBD4DE1-0CDB-B61D-1F63-A7022AA4EB05}"/>
          </ac:picMkLst>
        </pc:picChg>
      </pc:sldChg>
      <pc:sldChg chg="addSp delSp modSp add mod ord">
        <pc:chgData name="Max Weinstein" userId="231d19b33fbb8e80" providerId="LiveId" clId="{4F22EBBA-8488-44F0-BAF2-170BC99B8070}" dt="2026-06-22T01:28:12.173" v="1401" actId="207"/>
        <pc:sldMkLst>
          <pc:docMk/>
          <pc:sldMk cId="1985648056" sldId="260"/>
        </pc:sldMkLst>
        <pc:spChg chg="mod">
          <ac:chgData name="Max Weinstein" userId="231d19b33fbb8e80" providerId="LiveId" clId="{4F22EBBA-8488-44F0-BAF2-170BC99B8070}" dt="2026-06-22T00:26:45.656" v="49" actId="20577"/>
          <ac:spMkLst>
            <pc:docMk/>
            <pc:sldMk cId="1985648056" sldId="260"/>
            <ac:spMk id="2" creationId="{A29BFEA5-487B-B6D0-DD7C-428B1AC3EB8E}"/>
          </ac:spMkLst>
        </pc:spChg>
        <pc:spChg chg="add mod">
          <ac:chgData name="Max Weinstein" userId="231d19b33fbb8e80" providerId="LiveId" clId="{4F22EBBA-8488-44F0-BAF2-170BC99B8070}" dt="2026-06-22T01:15:50.426" v="1204" actId="1076"/>
          <ac:spMkLst>
            <pc:docMk/>
            <pc:sldMk cId="1985648056" sldId="260"/>
            <ac:spMk id="6" creationId="{FA15D5CC-BB86-3921-D8BB-5DA3A2F197AB}"/>
          </ac:spMkLst>
        </pc:spChg>
        <pc:spChg chg="add mod">
          <ac:chgData name="Max Weinstein" userId="231d19b33fbb8e80" providerId="LiveId" clId="{4F22EBBA-8488-44F0-BAF2-170BC99B8070}" dt="2026-06-22T01:28:12.173" v="1401" actId="207"/>
          <ac:spMkLst>
            <pc:docMk/>
            <pc:sldMk cId="1985648056" sldId="260"/>
            <ac:spMk id="9" creationId="{EA3A59D6-649B-5A78-227B-420B6B652A57}"/>
          </ac:spMkLst>
        </pc:spChg>
        <pc:spChg chg="add mod">
          <ac:chgData name="Max Weinstein" userId="231d19b33fbb8e80" providerId="LiveId" clId="{4F22EBBA-8488-44F0-BAF2-170BC99B8070}" dt="2026-06-22T01:28:08.719" v="1400" actId="207"/>
          <ac:spMkLst>
            <pc:docMk/>
            <pc:sldMk cId="1985648056" sldId="260"/>
            <ac:spMk id="15" creationId="{AE643D5A-FC88-87E6-39F1-61254C5B67D4}"/>
          </ac:spMkLst>
        </pc:spChg>
      </pc:sldChg>
      <pc:sldChg chg="addSp delSp modSp add mod">
        <pc:chgData name="Max Weinstein" userId="231d19b33fbb8e80" providerId="LiveId" clId="{4F22EBBA-8488-44F0-BAF2-170BC99B8070}" dt="2026-06-24T19:09:47.616" v="3940" actId="20577"/>
        <pc:sldMkLst>
          <pc:docMk/>
          <pc:sldMk cId="1966351007" sldId="261"/>
        </pc:sldMkLst>
        <pc:spChg chg="mod">
          <ac:chgData name="Max Weinstein" userId="231d19b33fbb8e80" providerId="LiveId" clId="{4F22EBBA-8488-44F0-BAF2-170BC99B8070}" dt="2026-06-22T01:21:58.934" v="1279" actId="113"/>
          <ac:spMkLst>
            <pc:docMk/>
            <pc:sldMk cId="1966351007" sldId="261"/>
            <ac:spMk id="2" creationId="{3272657F-CA0D-87E6-BC89-6B2D829081C2}"/>
          </ac:spMkLst>
        </pc:spChg>
        <pc:spChg chg="add mod">
          <ac:chgData name="Max Weinstein" userId="231d19b33fbb8e80" providerId="LiveId" clId="{4F22EBBA-8488-44F0-BAF2-170BC99B8070}" dt="2026-06-22T01:06:44.597" v="1072" actId="20577"/>
          <ac:spMkLst>
            <pc:docMk/>
            <pc:sldMk cId="1966351007" sldId="261"/>
            <ac:spMk id="11" creationId="{1A7A7FAA-653F-DB16-5883-E4ED8F055AD3}"/>
          </ac:spMkLst>
        </pc:spChg>
        <pc:spChg chg="add mod">
          <ac:chgData name="Max Weinstein" userId="231d19b33fbb8e80" providerId="LiveId" clId="{4F22EBBA-8488-44F0-BAF2-170BC99B8070}" dt="2026-06-22T01:09:28.956" v="1150" actId="1076"/>
          <ac:spMkLst>
            <pc:docMk/>
            <pc:sldMk cId="1966351007" sldId="261"/>
            <ac:spMk id="13" creationId="{DD4EF529-AFA9-2AA3-4023-7242CF3A60F2}"/>
          </ac:spMkLst>
        </pc:spChg>
        <pc:spChg chg="add mod">
          <ac:chgData name="Max Weinstein" userId="231d19b33fbb8e80" providerId="LiveId" clId="{4F22EBBA-8488-44F0-BAF2-170BC99B8070}" dt="2026-06-24T19:09:47.616" v="3940" actId="20577"/>
          <ac:spMkLst>
            <pc:docMk/>
            <pc:sldMk cId="1966351007" sldId="261"/>
            <ac:spMk id="15" creationId="{98618A46-CDB4-4487-C43C-97C7BC99F960}"/>
          </ac:spMkLst>
        </pc:spChg>
        <pc:graphicFrameChg chg="add mod modGraphic">
          <ac:chgData name="Max Weinstein" userId="231d19b33fbb8e80" providerId="LiveId" clId="{4F22EBBA-8488-44F0-BAF2-170BC99B8070}" dt="2026-06-24T18:50:57.039" v="3851" actId="14734"/>
          <ac:graphicFrameMkLst>
            <pc:docMk/>
            <pc:sldMk cId="1966351007" sldId="261"/>
            <ac:graphicFrameMk id="7" creationId="{E3EEA120-6346-20DE-849B-6B83295A2269}"/>
          </ac:graphicFrameMkLst>
        </pc:graphicFrameChg>
      </pc:sldChg>
      <pc:sldChg chg="addSp delSp modSp add mod">
        <pc:chgData name="Max Weinstein" userId="231d19b33fbb8e80" providerId="LiveId" clId="{4F22EBBA-8488-44F0-BAF2-170BC99B8070}" dt="2026-06-24T19:10:11.965" v="3943" actId="20577"/>
        <pc:sldMkLst>
          <pc:docMk/>
          <pc:sldMk cId="1287494655" sldId="262"/>
        </pc:sldMkLst>
        <pc:spChg chg="mod">
          <ac:chgData name="Max Weinstein" userId="231d19b33fbb8e80" providerId="LiveId" clId="{4F22EBBA-8488-44F0-BAF2-170BC99B8070}" dt="2026-06-24T18:10:50.791" v="2918" actId="1076"/>
          <ac:spMkLst>
            <pc:docMk/>
            <pc:sldMk cId="1287494655" sldId="262"/>
            <ac:spMk id="2" creationId="{1968250E-8B5E-9960-4C86-B6D64FF85D4D}"/>
          </ac:spMkLst>
        </pc:spChg>
        <pc:spChg chg="add del mod">
          <ac:chgData name="Max Weinstein" userId="231d19b33fbb8e80" providerId="LiveId" clId="{4F22EBBA-8488-44F0-BAF2-170BC99B8070}" dt="2026-06-24T18:26:12.283" v="3467" actId="478"/>
          <ac:spMkLst>
            <pc:docMk/>
            <pc:sldMk cId="1287494655" sldId="262"/>
            <ac:spMk id="3" creationId="{A0999794-A67B-CC24-448D-EDA249570ACD}"/>
          </ac:spMkLst>
        </pc:spChg>
        <pc:spChg chg="mod">
          <ac:chgData name="Max Weinstein" userId="231d19b33fbb8e80" providerId="LiveId" clId="{4F22EBBA-8488-44F0-BAF2-170BC99B8070}" dt="2026-06-22T01:21:48.206" v="1277" actId="5793"/>
          <ac:spMkLst>
            <pc:docMk/>
            <pc:sldMk cId="1287494655" sldId="262"/>
            <ac:spMk id="9" creationId="{2806B52A-354D-30E7-9162-725548371981}"/>
          </ac:spMkLst>
        </pc:spChg>
        <pc:spChg chg="add mod">
          <ac:chgData name="Max Weinstein" userId="231d19b33fbb8e80" providerId="LiveId" clId="{4F22EBBA-8488-44F0-BAF2-170BC99B8070}" dt="2026-06-24T18:10:53.674" v="2919" actId="1076"/>
          <ac:spMkLst>
            <pc:docMk/>
            <pc:sldMk cId="1287494655" sldId="262"/>
            <ac:spMk id="13" creationId="{8784ECAC-1B0E-D6B7-32AD-9A9063C01D54}"/>
          </ac:spMkLst>
        </pc:spChg>
        <pc:spChg chg="add mod">
          <ac:chgData name="Max Weinstein" userId="231d19b33fbb8e80" providerId="LiveId" clId="{4F22EBBA-8488-44F0-BAF2-170BC99B8070}" dt="2026-06-24T19:10:11.965" v="3943" actId="20577"/>
          <ac:spMkLst>
            <pc:docMk/>
            <pc:sldMk cId="1287494655" sldId="262"/>
            <ac:spMk id="14" creationId="{6AE9FE6F-752B-A5A3-A654-831398D46344}"/>
          </ac:spMkLst>
        </pc:spChg>
        <pc:spChg chg="add del">
          <ac:chgData name="Max Weinstein" userId="231d19b33fbb8e80" providerId="LiveId" clId="{4F22EBBA-8488-44F0-BAF2-170BC99B8070}" dt="2026-06-22T01:21:05.606" v="1260" actId="26606"/>
          <ac:spMkLst>
            <pc:docMk/>
            <pc:sldMk cId="1287494655" sldId="262"/>
            <ac:spMk id="74" creationId="{2C9A9DA9-7DC8-488B-A882-123947B0F3D9}"/>
          </ac:spMkLst>
        </pc:spChg>
        <pc:spChg chg="add del">
          <ac:chgData name="Max Weinstein" userId="231d19b33fbb8e80" providerId="LiveId" clId="{4F22EBBA-8488-44F0-BAF2-170BC99B8070}" dt="2026-06-22T01:21:05.606" v="1260" actId="26606"/>
          <ac:spMkLst>
            <pc:docMk/>
            <pc:sldMk cId="1287494655" sldId="262"/>
            <ac:spMk id="76" creationId="{57F6BDD4-E066-4008-8011-6CC31AEB4556}"/>
          </ac:spMkLst>
        </pc:spChg>
        <pc:spChg chg="add del">
          <ac:chgData name="Max Weinstein" userId="231d19b33fbb8e80" providerId="LiveId" clId="{4F22EBBA-8488-44F0-BAF2-170BC99B8070}" dt="2026-06-22T01:21:05.606" v="1260" actId="26606"/>
          <ac:spMkLst>
            <pc:docMk/>
            <pc:sldMk cId="1287494655" sldId="262"/>
            <ac:spMk id="78" creationId="{2711A8FB-68FC-45FC-B01E-38F809E2D439}"/>
          </ac:spMkLst>
        </pc:spChg>
        <pc:spChg chg="add del">
          <ac:chgData name="Max Weinstein" userId="231d19b33fbb8e80" providerId="LiveId" clId="{4F22EBBA-8488-44F0-BAF2-170BC99B8070}" dt="2026-06-22T01:21:05.606" v="1260" actId="26606"/>
          <ac:spMkLst>
            <pc:docMk/>
            <pc:sldMk cId="1287494655" sldId="262"/>
            <ac:spMk id="80" creationId="{2A865FE3-5FC9-4049-87CF-30019C46C0F5}"/>
          </ac:spMkLst>
        </pc:spChg>
        <pc:picChg chg="add mod ord">
          <ac:chgData name="Max Weinstein" userId="231d19b33fbb8e80" providerId="LiveId" clId="{4F22EBBA-8488-44F0-BAF2-170BC99B8070}" dt="2026-06-22T02:08:04.571" v="2182" actId="1076"/>
          <ac:picMkLst>
            <pc:docMk/>
            <pc:sldMk cId="1287494655" sldId="262"/>
            <ac:picMk id="10" creationId="{2493FC77-1B79-9F71-ACA0-934CD4719B27}"/>
          </ac:picMkLst>
        </pc:picChg>
        <pc:picChg chg="add mod">
          <ac:chgData name="Max Weinstein" userId="231d19b33fbb8e80" providerId="LiveId" clId="{4F22EBBA-8488-44F0-BAF2-170BC99B8070}" dt="2026-06-22T02:08:02.423" v="2181" actId="1076"/>
          <ac:picMkLst>
            <pc:docMk/>
            <pc:sldMk cId="1287494655" sldId="262"/>
            <ac:picMk id="12" creationId="{1646B1D8-101C-A483-7420-BD6B022B782F}"/>
          </ac:picMkLst>
        </pc:picChg>
      </pc:sldChg>
      <pc:sldChg chg="addSp delSp modSp add mod">
        <pc:chgData name="Max Weinstein" userId="231d19b33fbb8e80" providerId="LiveId" clId="{4F22EBBA-8488-44F0-BAF2-170BC99B8070}" dt="2026-06-24T19:10:15.712" v="3944" actId="20577"/>
        <pc:sldMkLst>
          <pc:docMk/>
          <pc:sldMk cId="1877977617" sldId="263"/>
        </pc:sldMkLst>
        <pc:spChg chg="mod">
          <ac:chgData name="Max Weinstein" userId="231d19b33fbb8e80" providerId="LiveId" clId="{4F22EBBA-8488-44F0-BAF2-170BC99B8070}" dt="2026-06-24T18:12:36.054" v="2969" actId="14100"/>
          <ac:spMkLst>
            <pc:docMk/>
            <pc:sldMk cId="1877977617" sldId="263"/>
            <ac:spMk id="2" creationId="{B0304BD9-B91B-1652-C40D-522E62799118}"/>
          </ac:spMkLst>
        </pc:spChg>
        <pc:spChg chg="add mod">
          <ac:chgData name="Max Weinstein" userId="231d19b33fbb8e80" providerId="LiveId" clId="{4F22EBBA-8488-44F0-BAF2-170BC99B8070}" dt="2026-06-24T18:27:34.585" v="3546" actId="1076"/>
          <ac:spMkLst>
            <pc:docMk/>
            <pc:sldMk cId="1877977617" sldId="263"/>
            <ac:spMk id="3" creationId="{F908C51B-4674-656C-7C67-7BAC0C88F8DA}"/>
          </ac:spMkLst>
        </pc:spChg>
        <pc:spChg chg="add mod">
          <ac:chgData name="Max Weinstein" userId="231d19b33fbb8e80" providerId="LiveId" clId="{4F22EBBA-8488-44F0-BAF2-170BC99B8070}" dt="2026-06-24T18:27:42.830" v="3547" actId="1076"/>
          <ac:spMkLst>
            <pc:docMk/>
            <pc:sldMk cId="1877977617" sldId="263"/>
            <ac:spMk id="5" creationId="{C83927DE-7B05-3BF4-B766-E101D545FA14}"/>
          </ac:spMkLst>
        </pc:spChg>
        <pc:spChg chg="add mod">
          <ac:chgData name="Max Weinstein" userId="231d19b33fbb8e80" providerId="LiveId" clId="{4F22EBBA-8488-44F0-BAF2-170BC99B8070}" dt="2026-06-24T19:10:15.712" v="3944" actId="20577"/>
          <ac:spMkLst>
            <pc:docMk/>
            <pc:sldMk cId="1877977617" sldId="263"/>
            <ac:spMk id="7" creationId="{FD25B345-49C0-421C-8E34-5B51320C6A95}"/>
          </ac:spMkLst>
        </pc:spChg>
        <pc:spChg chg="mod">
          <ac:chgData name="Max Weinstein" userId="231d19b33fbb8e80" providerId="LiveId" clId="{4F22EBBA-8488-44F0-BAF2-170BC99B8070}" dt="2026-06-22T01:27:48.239" v="1399" actId="20577"/>
          <ac:spMkLst>
            <pc:docMk/>
            <pc:sldMk cId="1877977617" sldId="263"/>
            <ac:spMk id="13" creationId="{C16A8CBE-7A5A-CD89-E587-EFE64C35C557}"/>
          </ac:spMkLst>
        </pc:spChg>
        <pc:picChg chg="add mod">
          <ac:chgData name="Max Weinstein" userId="231d19b33fbb8e80" providerId="LiveId" clId="{4F22EBBA-8488-44F0-BAF2-170BC99B8070}" dt="2026-06-22T02:07:49.294" v="2177" actId="1076"/>
          <ac:picMkLst>
            <pc:docMk/>
            <pc:sldMk cId="1877977617" sldId="263"/>
            <ac:picMk id="6" creationId="{04207DEF-414C-29C4-994C-E28469C16C3F}"/>
          </ac:picMkLst>
        </pc:picChg>
        <pc:picChg chg="mod ord">
          <ac:chgData name="Max Weinstein" userId="231d19b33fbb8e80" providerId="LiveId" clId="{4F22EBBA-8488-44F0-BAF2-170BC99B8070}" dt="2026-06-22T02:07:52.340" v="2178" actId="1076"/>
          <ac:picMkLst>
            <pc:docMk/>
            <pc:sldMk cId="1877977617" sldId="263"/>
            <ac:picMk id="10" creationId="{62B4EA71-4EB8-08E6-1CA5-9692B289632E}"/>
          </ac:picMkLst>
        </pc:picChg>
      </pc:sldChg>
      <pc:sldChg chg="addSp delSp modSp add mod">
        <pc:chgData name="Max Weinstein" userId="231d19b33fbb8e80" providerId="LiveId" clId="{4F22EBBA-8488-44F0-BAF2-170BC99B8070}" dt="2026-06-24T19:10:18.929" v="3945" actId="20577"/>
        <pc:sldMkLst>
          <pc:docMk/>
          <pc:sldMk cId="3817517989" sldId="264"/>
        </pc:sldMkLst>
        <pc:spChg chg="mod">
          <ac:chgData name="Max Weinstein" userId="231d19b33fbb8e80" providerId="LiveId" clId="{4F22EBBA-8488-44F0-BAF2-170BC99B8070}" dt="2026-06-24T18:12:27.346" v="2968" actId="14100"/>
          <ac:spMkLst>
            <pc:docMk/>
            <pc:sldMk cId="3817517989" sldId="264"/>
            <ac:spMk id="2" creationId="{CA6D9A10-12AA-D98F-6122-0593F3C21366}"/>
          </ac:spMkLst>
        </pc:spChg>
        <pc:spChg chg="add mod">
          <ac:chgData name="Max Weinstein" userId="231d19b33fbb8e80" providerId="LiveId" clId="{4F22EBBA-8488-44F0-BAF2-170BC99B8070}" dt="2026-06-24T18:28:35.622" v="3566" actId="1076"/>
          <ac:spMkLst>
            <pc:docMk/>
            <pc:sldMk cId="3817517989" sldId="264"/>
            <ac:spMk id="3" creationId="{3F0C737B-367F-B1B4-24A0-0C2E532F6F63}"/>
          </ac:spMkLst>
        </pc:spChg>
        <pc:spChg chg="add mod">
          <ac:chgData name="Max Weinstein" userId="231d19b33fbb8e80" providerId="LiveId" clId="{4F22EBBA-8488-44F0-BAF2-170BC99B8070}" dt="2026-06-24T18:29:24.197" v="3571" actId="14100"/>
          <ac:spMkLst>
            <pc:docMk/>
            <pc:sldMk cId="3817517989" sldId="264"/>
            <ac:spMk id="5" creationId="{0AB61E80-BA9F-ED3C-1B14-00BCDA7BCBDD}"/>
          </ac:spMkLst>
        </pc:spChg>
        <pc:spChg chg="add mod">
          <ac:chgData name="Max Weinstein" userId="231d19b33fbb8e80" providerId="LiveId" clId="{4F22EBBA-8488-44F0-BAF2-170BC99B8070}" dt="2026-06-24T19:10:18.929" v="3945" actId="20577"/>
          <ac:spMkLst>
            <pc:docMk/>
            <pc:sldMk cId="3817517989" sldId="264"/>
            <ac:spMk id="7" creationId="{2DD8F636-2A60-51CE-D09D-D890DB234C91}"/>
          </ac:spMkLst>
        </pc:spChg>
        <pc:spChg chg="ord">
          <ac:chgData name="Max Weinstein" userId="231d19b33fbb8e80" providerId="LiveId" clId="{4F22EBBA-8488-44F0-BAF2-170BC99B8070}" dt="2026-06-22T01:48:01.343" v="1406" actId="26606"/>
          <ac:spMkLst>
            <pc:docMk/>
            <pc:sldMk cId="3817517989" sldId="264"/>
            <ac:spMk id="9" creationId="{69D1DEB9-B537-9AB4-3A3C-1F04CBFE5256}"/>
          </ac:spMkLst>
        </pc:spChg>
        <pc:spChg chg="mod">
          <ac:chgData name="Max Weinstein" userId="231d19b33fbb8e80" providerId="LiveId" clId="{4F22EBBA-8488-44F0-BAF2-170BC99B8070}" dt="2026-06-22T02:16:54.067" v="2245" actId="20577"/>
          <ac:spMkLst>
            <pc:docMk/>
            <pc:sldMk cId="3817517989" sldId="264"/>
            <ac:spMk id="13" creationId="{A967DD8D-9F56-A961-984B-FF9395E44689}"/>
          </ac:spMkLst>
        </pc:spChg>
        <pc:spChg chg="add">
          <ac:chgData name="Max Weinstein" userId="231d19b33fbb8e80" providerId="LiveId" clId="{4F22EBBA-8488-44F0-BAF2-170BC99B8070}" dt="2026-06-22T01:48:01.343" v="1406" actId="26606"/>
          <ac:spMkLst>
            <pc:docMk/>
            <pc:sldMk cId="3817517989" sldId="264"/>
            <ac:spMk id="74" creationId="{D1731BAF-A287-7E70-7553-8EEE056A4E74}"/>
          </ac:spMkLst>
        </pc:spChg>
        <pc:spChg chg="add del">
          <ac:chgData name="Max Weinstein" userId="231d19b33fbb8e80" providerId="LiveId" clId="{4F22EBBA-8488-44F0-BAF2-170BC99B8070}" dt="2026-06-22T01:48:01.343" v="1406" actId="26606"/>
          <ac:spMkLst>
            <pc:docMk/>
            <pc:sldMk cId="3817517989" sldId="264"/>
            <ac:spMk id="76" creationId="{0B1B6077-1D29-C369-613E-0EBDB4ADBF62}"/>
          </ac:spMkLst>
        </pc:spChg>
        <pc:spChg chg="add del">
          <ac:chgData name="Max Weinstein" userId="231d19b33fbb8e80" providerId="LiveId" clId="{4F22EBBA-8488-44F0-BAF2-170BC99B8070}" dt="2026-06-22T01:48:01.343" v="1406" actId="26606"/>
          <ac:spMkLst>
            <pc:docMk/>
            <pc:sldMk cId="3817517989" sldId="264"/>
            <ac:spMk id="78" creationId="{1793813C-E715-566E-03F3-AAD051730B2F}"/>
          </ac:spMkLst>
        </pc:spChg>
        <pc:spChg chg="del">
          <ac:chgData name="Max Weinstein" userId="231d19b33fbb8e80" providerId="LiveId" clId="{4F22EBBA-8488-44F0-BAF2-170BC99B8070}" dt="2026-06-22T01:47:57.805" v="1405" actId="26606"/>
          <ac:spMkLst>
            <pc:docMk/>
            <pc:sldMk cId="3817517989" sldId="264"/>
            <ac:spMk id="80" creationId="{6E61197A-2231-D373-7B11-33AFB713D66A}"/>
          </ac:spMkLst>
        </pc:spChg>
        <pc:picChg chg="add mod ord">
          <ac:chgData name="Max Weinstein" userId="231d19b33fbb8e80" providerId="LiveId" clId="{4F22EBBA-8488-44F0-BAF2-170BC99B8070}" dt="2026-06-22T01:48:20.346" v="1414" actId="1076"/>
          <ac:picMkLst>
            <pc:docMk/>
            <pc:sldMk cId="3817517989" sldId="264"/>
            <ac:picMk id="4" creationId="{1E33381C-40C8-D71E-E2EB-75CFB600008C}"/>
          </ac:picMkLst>
        </pc:picChg>
        <pc:picChg chg="mod ord">
          <ac:chgData name="Max Weinstein" userId="231d19b33fbb8e80" providerId="LiveId" clId="{4F22EBBA-8488-44F0-BAF2-170BC99B8070}" dt="2026-06-22T01:48:22.918" v="1415" actId="1076"/>
          <ac:picMkLst>
            <pc:docMk/>
            <pc:sldMk cId="3817517989" sldId="264"/>
            <ac:picMk id="10" creationId="{3BD52703-4D45-12D4-4262-9DBF9FC05A3C}"/>
          </ac:picMkLst>
        </pc:picChg>
        <pc:cxnChg chg="add mod">
          <ac:chgData name="Max Weinstein" userId="231d19b33fbb8e80" providerId="LiveId" clId="{4F22EBBA-8488-44F0-BAF2-170BC99B8070}" dt="2026-06-24T18:29:40.969" v="3574" actId="208"/>
          <ac:cxnSpMkLst>
            <pc:docMk/>
            <pc:sldMk cId="3817517989" sldId="264"/>
            <ac:cxnSpMk id="8" creationId="{2C3BAF6A-F325-82AA-2DF6-1EBE8072BCB4}"/>
          </ac:cxnSpMkLst>
        </pc:cxnChg>
      </pc:sldChg>
      <pc:sldChg chg="delSp modSp add mod ord">
        <pc:chgData name="Max Weinstein" userId="231d19b33fbb8e80" providerId="LiveId" clId="{4F22EBBA-8488-44F0-BAF2-170BC99B8070}" dt="2026-06-24T19:10:49.715" v="3970" actId="207"/>
        <pc:sldMkLst>
          <pc:docMk/>
          <pc:sldMk cId="3642456089" sldId="265"/>
        </pc:sldMkLst>
        <pc:spChg chg="mod">
          <ac:chgData name="Max Weinstein" userId="231d19b33fbb8e80" providerId="LiveId" clId="{4F22EBBA-8488-44F0-BAF2-170BC99B8070}" dt="2026-06-22T02:03:04.120" v="1995" actId="20577"/>
          <ac:spMkLst>
            <pc:docMk/>
            <pc:sldMk cId="3642456089" sldId="265"/>
            <ac:spMk id="2" creationId="{6447BB68-B48C-97AA-9ED2-7E05093BED3B}"/>
          </ac:spMkLst>
        </pc:spChg>
        <pc:spChg chg="mod">
          <ac:chgData name="Max Weinstein" userId="231d19b33fbb8e80" providerId="LiveId" clId="{4F22EBBA-8488-44F0-BAF2-170BC99B8070}" dt="2026-06-24T19:10:49.715" v="3970" actId="207"/>
          <ac:spMkLst>
            <pc:docMk/>
            <pc:sldMk cId="3642456089" sldId="265"/>
            <ac:spMk id="11" creationId="{10C201F8-6932-94AF-DA6C-9860EEED0488}"/>
          </ac:spMkLst>
        </pc:spChg>
      </pc:sldChg>
      <pc:sldChg chg="addSp delSp modSp new mod setBg">
        <pc:chgData name="Max Weinstein" userId="231d19b33fbb8e80" providerId="LiveId" clId="{4F22EBBA-8488-44F0-BAF2-170BC99B8070}" dt="2026-06-24T18:38:52.885" v="3832" actId="113"/>
        <pc:sldMkLst>
          <pc:docMk/>
          <pc:sldMk cId="2358339056" sldId="266"/>
        </pc:sldMkLst>
        <pc:spChg chg="mod">
          <ac:chgData name="Max Weinstein" userId="231d19b33fbb8e80" providerId="LiveId" clId="{4F22EBBA-8488-44F0-BAF2-170BC99B8070}" dt="2026-06-24T18:38:52.885" v="3832" actId="113"/>
          <ac:spMkLst>
            <pc:docMk/>
            <pc:sldMk cId="2358339056" sldId="266"/>
            <ac:spMk id="2" creationId="{1254CCFD-3CB3-50D8-172B-6893310C48F3}"/>
          </ac:spMkLst>
        </pc:spChg>
        <pc:spChg chg="mod ord">
          <ac:chgData name="Max Weinstein" userId="231d19b33fbb8e80" providerId="LiveId" clId="{4F22EBBA-8488-44F0-BAF2-170BC99B8070}" dt="2026-06-24T18:30:53.136" v="3582" actId="255"/>
          <ac:spMkLst>
            <pc:docMk/>
            <pc:sldMk cId="2358339056" sldId="266"/>
            <ac:spMk id="3" creationId="{7DCD8A8C-C8B6-91E0-CB62-37391674045F}"/>
          </ac:spMkLst>
        </pc:spChg>
        <pc:spChg chg="add del mod">
          <ac:chgData name="Max Weinstein" userId="231d19b33fbb8e80" providerId="LiveId" clId="{4F22EBBA-8488-44F0-BAF2-170BC99B8070}" dt="2026-06-24T17:09:40.684" v="2394" actId="478"/>
          <ac:spMkLst>
            <pc:docMk/>
            <pc:sldMk cId="2358339056" sldId="266"/>
            <ac:spMk id="5" creationId="{0B171F26-0042-861A-3E3F-0C0B6F39FE6F}"/>
          </ac:spMkLst>
        </pc:spChg>
        <pc:spChg chg="add del mod">
          <ac:chgData name="Max Weinstein" userId="231d19b33fbb8e80" providerId="LiveId" clId="{4F22EBBA-8488-44F0-BAF2-170BC99B8070}" dt="2026-06-24T17:21:02.133" v="2614" actId="478"/>
          <ac:spMkLst>
            <pc:docMk/>
            <pc:sldMk cId="2358339056" sldId="266"/>
            <ac:spMk id="6" creationId="{355907FE-0BF9-8C05-AEFF-F60F714D9C67}"/>
          </ac:spMkLst>
        </pc:spChg>
        <pc:spChg chg="add del mod">
          <ac:chgData name="Max Weinstein" userId="231d19b33fbb8e80" providerId="LiveId" clId="{4F22EBBA-8488-44F0-BAF2-170BC99B8070}" dt="2026-06-24T17:20:59.964" v="2613" actId="478"/>
          <ac:spMkLst>
            <pc:docMk/>
            <pc:sldMk cId="2358339056" sldId="266"/>
            <ac:spMk id="7" creationId="{A86A5BEB-13BA-5FE5-D333-CEB58739176D}"/>
          </ac:spMkLst>
        </pc:spChg>
        <pc:spChg chg="add del">
          <ac:chgData name="Max Weinstein" userId="231d19b33fbb8e80" providerId="LiveId" clId="{4F22EBBA-8488-44F0-BAF2-170BC99B8070}" dt="2026-06-24T17:05:36.374" v="2284" actId="26606"/>
          <ac:spMkLst>
            <pc:docMk/>
            <pc:sldMk cId="2358339056" sldId="266"/>
            <ac:spMk id="8" creationId="{C2554CA6-288E-4202-BC52-2E5A8F0C0AED}"/>
          </ac:spMkLst>
        </pc:spChg>
        <pc:spChg chg="add del mod">
          <ac:chgData name="Max Weinstein" userId="231d19b33fbb8e80" providerId="LiveId" clId="{4F22EBBA-8488-44F0-BAF2-170BC99B8070}" dt="2026-06-24T17:30:11.040" v="2798" actId="478"/>
          <ac:spMkLst>
            <pc:docMk/>
            <pc:sldMk cId="2358339056" sldId="266"/>
            <ac:spMk id="9" creationId="{5B85FFF4-DF25-23E4-DC50-AB94FD2F1A1C}"/>
          </ac:spMkLst>
        </pc:spChg>
        <pc:spChg chg="add del">
          <ac:chgData name="Max Weinstein" userId="231d19b33fbb8e80" providerId="LiveId" clId="{4F22EBBA-8488-44F0-BAF2-170BC99B8070}" dt="2026-06-24T17:05:36.374" v="2284" actId="26606"/>
          <ac:spMkLst>
            <pc:docMk/>
            <pc:sldMk cId="2358339056" sldId="266"/>
            <ac:spMk id="10" creationId="{B10BB131-AC8E-4A8E-A5D1-36260F720C3B}"/>
          </ac:spMkLst>
        </pc:spChg>
        <pc:spChg chg="add del">
          <ac:chgData name="Max Weinstein" userId="231d19b33fbb8e80" providerId="LiveId" clId="{4F22EBBA-8488-44F0-BAF2-170BC99B8070}" dt="2026-06-24T17:05:36.374" v="2284" actId="26606"/>
          <ac:spMkLst>
            <pc:docMk/>
            <pc:sldMk cId="2358339056" sldId="266"/>
            <ac:spMk id="12" creationId="{5B7778FC-632E-4DCA-A7CB-0D7731CCF970}"/>
          </ac:spMkLst>
        </pc:spChg>
        <pc:spChg chg="add del">
          <ac:chgData name="Max Weinstein" userId="231d19b33fbb8e80" providerId="LiveId" clId="{4F22EBBA-8488-44F0-BAF2-170BC99B8070}" dt="2026-06-24T17:05:36.374" v="2284" actId="26606"/>
          <ac:spMkLst>
            <pc:docMk/>
            <pc:sldMk cId="2358339056" sldId="266"/>
            <ac:spMk id="14" creationId="{FA23A907-97FB-4A8F-880A-DD77401C4296}"/>
          </ac:spMkLst>
        </pc:spChg>
        <pc:spChg chg="add del">
          <ac:chgData name="Max Weinstein" userId="231d19b33fbb8e80" providerId="LiveId" clId="{4F22EBBA-8488-44F0-BAF2-170BC99B8070}" dt="2026-06-24T17:05:42.865" v="2286" actId="26606"/>
          <ac:spMkLst>
            <pc:docMk/>
            <pc:sldMk cId="2358339056" sldId="266"/>
            <ac:spMk id="16" creationId="{ED888B23-07FA-482A-96DF-47E31AF1A603}"/>
          </ac:spMkLst>
        </pc:spChg>
        <pc:spChg chg="add del">
          <ac:chgData name="Max Weinstein" userId="231d19b33fbb8e80" providerId="LiveId" clId="{4F22EBBA-8488-44F0-BAF2-170BC99B8070}" dt="2026-06-24T17:05:42.865" v="2286" actId="26606"/>
          <ac:spMkLst>
            <pc:docMk/>
            <pc:sldMk cId="2358339056" sldId="266"/>
            <ac:spMk id="17" creationId="{5C8908E2-EE49-44D2-9428-A28D2312A8D5}"/>
          </ac:spMkLst>
        </pc:spChg>
        <pc:spChg chg="add del">
          <ac:chgData name="Max Weinstein" userId="231d19b33fbb8e80" providerId="LiveId" clId="{4F22EBBA-8488-44F0-BAF2-170BC99B8070}" dt="2026-06-24T17:05:42.865" v="2286" actId="26606"/>
          <ac:spMkLst>
            <pc:docMk/>
            <pc:sldMk cId="2358339056" sldId="266"/>
            <ac:spMk id="20" creationId="{BD92035A-AA2F-4CD8-A556-1CE8BDEC75BD}"/>
          </ac:spMkLst>
        </pc:spChg>
        <pc:spChg chg="add">
          <ac:chgData name="Max Weinstein" userId="231d19b33fbb8e80" providerId="LiveId" clId="{4F22EBBA-8488-44F0-BAF2-170BC99B8070}" dt="2026-06-24T17:05:42.883" v="2287" actId="26606"/>
          <ac:spMkLst>
            <pc:docMk/>
            <pc:sldMk cId="2358339056" sldId="266"/>
            <ac:spMk id="23" creationId="{D038248A-211C-4EEC-8401-C761B929FB52}"/>
          </ac:spMkLst>
        </pc:spChg>
        <pc:spChg chg="add">
          <ac:chgData name="Max Weinstein" userId="231d19b33fbb8e80" providerId="LiveId" clId="{4F22EBBA-8488-44F0-BAF2-170BC99B8070}" dt="2026-06-24T17:05:42.883" v="2287" actId="26606"/>
          <ac:spMkLst>
            <pc:docMk/>
            <pc:sldMk cId="2358339056" sldId="266"/>
            <ac:spMk id="24" creationId="{C30A849F-66D9-40C8-BEC8-35AFF8F4568F}"/>
          </ac:spMkLst>
        </pc:spChg>
        <pc:spChg chg="add del mod">
          <ac:chgData name="Max Weinstein" userId="231d19b33fbb8e80" providerId="LiveId" clId="{4F22EBBA-8488-44F0-BAF2-170BC99B8070}" dt="2026-06-24T17:30:51.921" v="2819" actId="478"/>
          <ac:spMkLst>
            <pc:docMk/>
            <pc:sldMk cId="2358339056" sldId="266"/>
            <ac:spMk id="31" creationId="{13A3B461-DAE1-BEF9-CCDF-0CF482AA6BBB}"/>
          </ac:spMkLst>
        </pc:spChg>
        <pc:spChg chg="add mod">
          <ac:chgData name="Max Weinstein" userId="231d19b33fbb8e80" providerId="LiveId" clId="{4F22EBBA-8488-44F0-BAF2-170BC99B8070}" dt="2026-06-24T17:32:26.216" v="2847" actId="1076"/>
          <ac:spMkLst>
            <pc:docMk/>
            <pc:sldMk cId="2358339056" sldId="266"/>
            <ac:spMk id="32" creationId="{01F802A2-EB35-3A3B-55C2-5D92BDD15EDB}"/>
          </ac:spMkLst>
        </pc:spChg>
        <pc:spChg chg="add del mod">
          <ac:chgData name="Max Weinstein" userId="231d19b33fbb8e80" providerId="LiveId" clId="{4F22EBBA-8488-44F0-BAF2-170BC99B8070}" dt="2026-06-24T17:20:57.516" v="2611" actId="478"/>
          <ac:spMkLst>
            <pc:docMk/>
            <pc:sldMk cId="2358339056" sldId="266"/>
            <ac:spMk id="33" creationId="{A71E8368-8DE1-D80C-F600-5B0026A5A0AD}"/>
          </ac:spMkLst>
        </pc:spChg>
        <pc:spChg chg="add del mod">
          <ac:chgData name="Max Weinstein" userId="231d19b33fbb8e80" providerId="LiveId" clId="{4F22EBBA-8488-44F0-BAF2-170BC99B8070}" dt="2026-06-24T17:23:42.254" v="2665" actId="478"/>
          <ac:spMkLst>
            <pc:docMk/>
            <pc:sldMk cId="2358339056" sldId="266"/>
            <ac:spMk id="36" creationId="{8DBC5699-9997-6025-5107-E84B69F07A3F}"/>
          </ac:spMkLst>
        </pc:spChg>
        <pc:spChg chg="add mod ord">
          <ac:chgData name="Max Weinstein" userId="231d19b33fbb8e80" providerId="LiveId" clId="{4F22EBBA-8488-44F0-BAF2-170BC99B8070}" dt="2026-06-24T17:32:26.216" v="2847" actId="1076"/>
          <ac:spMkLst>
            <pc:docMk/>
            <pc:sldMk cId="2358339056" sldId="266"/>
            <ac:spMk id="37" creationId="{BC4595CB-B263-91E0-7DA3-1FC65C9C1F4E}"/>
          </ac:spMkLst>
        </pc:spChg>
        <pc:spChg chg="add del mod">
          <ac:chgData name="Max Weinstein" userId="231d19b33fbb8e80" providerId="LiveId" clId="{4F22EBBA-8488-44F0-BAF2-170BC99B8070}" dt="2026-06-24T17:22:36.752" v="2645" actId="478"/>
          <ac:spMkLst>
            <pc:docMk/>
            <pc:sldMk cId="2358339056" sldId="266"/>
            <ac:spMk id="40" creationId="{61E58BB2-529F-FB16-74FE-4C9A6118D88E}"/>
          </ac:spMkLst>
        </pc:spChg>
        <pc:spChg chg="add del mod ord">
          <ac:chgData name="Max Weinstein" userId="231d19b33fbb8e80" providerId="LiveId" clId="{4F22EBBA-8488-44F0-BAF2-170BC99B8070}" dt="2026-06-24T17:22:46.624" v="2650" actId="478"/>
          <ac:spMkLst>
            <pc:docMk/>
            <pc:sldMk cId="2358339056" sldId="266"/>
            <ac:spMk id="42" creationId="{A6C1FED0-E503-7E07-74D6-CB4D6E5EB8F8}"/>
          </ac:spMkLst>
        </pc:spChg>
        <pc:spChg chg="add mod">
          <ac:chgData name="Max Weinstein" userId="231d19b33fbb8e80" providerId="LiveId" clId="{4F22EBBA-8488-44F0-BAF2-170BC99B8070}" dt="2026-06-24T17:32:26.216" v="2847" actId="1076"/>
          <ac:spMkLst>
            <pc:docMk/>
            <pc:sldMk cId="2358339056" sldId="266"/>
            <ac:spMk id="45" creationId="{5811721F-22EA-F810-2435-B2F2BEB169CF}"/>
          </ac:spMkLst>
        </pc:spChg>
        <pc:spChg chg="add mod">
          <ac:chgData name="Max Weinstein" userId="231d19b33fbb8e80" providerId="LiveId" clId="{4F22EBBA-8488-44F0-BAF2-170BC99B8070}" dt="2026-06-24T17:32:26.216" v="2847" actId="1076"/>
          <ac:spMkLst>
            <pc:docMk/>
            <pc:sldMk cId="2358339056" sldId="266"/>
            <ac:spMk id="46" creationId="{D36121EA-B2FA-1977-0A60-736A4892E596}"/>
          </ac:spMkLst>
        </pc:spChg>
        <pc:spChg chg="add mod">
          <ac:chgData name="Max Weinstein" userId="231d19b33fbb8e80" providerId="LiveId" clId="{4F22EBBA-8488-44F0-BAF2-170BC99B8070}" dt="2026-06-24T17:32:26.216" v="2847" actId="1076"/>
          <ac:spMkLst>
            <pc:docMk/>
            <pc:sldMk cId="2358339056" sldId="266"/>
            <ac:spMk id="47" creationId="{A479F49B-DCF1-1CBA-FA3F-51E5BEB12F76}"/>
          </ac:spMkLst>
        </pc:spChg>
        <pc:spChg chg="add mod">
          <ac:chgData name="Max Weinstein" userId="231d19b33fbb8e80" providerId="LiveId" clId="{4F22EBBA-8488-44F0-BAF2-170BC99B8070}" dt="2026-06-24T17:32:26.216" v="2847" actId="1076"/>
          <ac:spMkLst>
            <pc:docMk/>
            <pc:sldMk cId="2358339056" sldId="266"/>
            <ac:spMk id="51" creationId="{6A4D84EF-3F10-3590-F591-524058C9506D}"/>
          </ac:spMkLst>
        </pc:spChg>
        <pc:spChg chg="add mod">
          <ac:chgData name="Max Weinstein" userId="231d19b33fbb8e80" providerId="LiveId" clId="{4F22EBBA-8488-44F0-BAF2-170BC99B8070}" dt="2026-06-24T17:35:04.844" v="2882" actId="27636"/>
          <ac:spMkLst>
            <pc:docMk/>
            <pc:sldMk cId="2358339056" sldId="266"/>
            <ac:spMk id="52" creationId="{A85975B2-65D8-B1B7-FB4E-90CC738E44E5}"/>
          </ac:spMkLst>
        </pc:spChg>
        <pc:spChg chg="add mod">
          <ac:chgData name="Max Weinstein" userId="231d19b33fbb8e80" providerId="LiveId" clId="{4F22EBBA-8488-44F0-BAF2-170BC99B8070}" dt="2026-06-24T17:34:06.906" v="2863" actId="207"/>
          <ac:spMkLst>
            <pc:docMk/>
            <pc:sldMk cId="2358339056" sldId="266"/>
            <ac:spMk id="56" creationId="{A528FDF7-E20F-E5D9-DCC8-BE3A9F3A4301}"/>
          </ac:spMkLst>
        </pc:spChg>
        <pc:spChg chg="add mod">
          <ac:chgData name="Max Weinstein" userId="231d19b33fbb8e80" providerId="LiveId" clId="{4F22EBBA-8488-44F0-BAF2-170BC99B8070}" dt="2026-06-24T17:34:14.050" v="2866" actId="1076"/>
          <ac:spMkLst>
            <pc:docMk/>
            <pc:sldMk cId="2358339056" sldId="266"/>
            <ac:spMk id="57" creationId="{79D2E6DB-326F-CDE7-1B5A-CB94BDBF619A}"/>
          </ac:spMkLst>
        </pc:spChg>
        <pc:spChg chg="add mod">
          <ac:chgData name="Max Weinstein" userId="231d19b33fbb8e80" providerId="LiveId" clId="{4F22EBBA-8488-44F0-BAF2-170BC99B8070}" dt="2026-06-24T17:34:26.672" v="2870" actId="1076"/>
          <ac:spMkLst>
            <pc:docMk/>
            <pc:sldMk cId="2358339056" sldId="266"/>
            <ac:spMk id="58" creationId="{7EE458CE-0262-F540-8C2C-474BC735C2F1}"/>
          </ac:spMkLst>
        </pc:spChg>
        <pc:spChg chg="add mod">
          <ac:chgData name="Max Weinstein" userId="231d19b33fbb8e80" providerId="LiveId" clId="{4F22EBBA-8488-44F0-BAF2-170BC99B8070}" dt="2026-06-24T17:35:37.442" v="2902" actId="255"/>
          <ac:spMkLst>
            <pc:docMk/>
            <pc:sldMk cId="2358339056" sldId="266"/>
            <ac:spMk id="59" creationId="{DD91FFBE-BC66-16F7-6C73-B07F537BAA82}"/>
          </ac:spMkLst>
        </pc:spChg>
        <pc:grpChg chg="add del">
          <ac:chgData name="Max Weinstein" userId="231d19b33fbb8e80" providerId="LiveId" clId="{4F22EBBA-8488-44F0-BAF2-170BC99B8070}" dt="2026-06-24T17:05:42.865" v="2286" actId="26606"/>
          <ac:grpSpMkLst>
            <pc:docMk/>
            <pc:sldMk cId="2358339056" sldId="266"/>
            <ac:grpSpMk id="18" creationId="{5D1A9D8B-3117-4D9D-BDA4-DD81895098B0}"/>
          </ac:grpSpMkLst>
        </pc:grpChg>
        <pc:grpChg chg="add">
          <ac:chgData name="Max Weinstein" userId="231d19b33fbb8e80" providerId="LiveId" clId="{4F22EBBA-8488-44F0-BAF2-170BC99B8070}" dt="2026-06-24T17:05:42.883" v="2287" actId="26606"/>
          <ac:grpSpMkLst>
            <pc:docMk/>
            <pc:sldMk cId="2358339056" sldId="266"/>
            <ac:grpSpMk id="25" creationId="{04542298-A2B1-480F-A11C-A40EDD19B857}"/>
          </ac:grpSpMkLst>
        </pc:grpChg>
        <pc:grpChg chg="add">
          <ac:chgData name="Max Weinstein" userId="231d19b33fbb8e80" providerId="LiveId" clId="{4F22EBBA-8488-44F0-BAF2-170BC99B8070}" dt="2026-06-24T17:05:42.883" v="2287" actId="26606"/>
          <ac:grpSpMkLst>
            <pc:docMk/>
            <pc:sldMk cId="2358339056" sldId="266"/>
            <ac:grpSpMk id="28" creationId="{2A5C9C35-2375-49EB-B99C-17C87D42FE7C}"/>
          </ac:grpSpMkLst>
        </pc:grpChg>
        <pc:picChg chg="add del">
          <ac:chgData name="Max Weinstein" userId="231d19b33fbb8e80" providerId="LiveId" clId="{4F22EBBA-8488-44F0-BAF2-170BC99B8070}" dt="2026-06-24T17:19:37.565" v="2586" actId="478"/>
          <ac:picMkLst>
            <pc:docMk/>
            <pc:sldMk cId="2358339056" sldId="266"/>
            <ac:picMk id="34" creationId="{CCE40C1A-9C88-7B6C-0C6F-B9B567AB9DE2}"/>
          </ac:picMkLst>
        </pc:picChg>
        <pc:picChg chg="add mod">
          <ac:chgData name="Max Weinstein" userId="231d19b33fbb8e80" providerId="LiveId" clId="{4F22EBBA-8488-44F0-BAF2-170BC99B8070}" dt="2026-06-24T18:30:58.065" v="3583" actId="1076"/>
          <ac:picMkLst>
            <pc:docMk/>
            <pc:sldMk cId="2358339056" sldId="266"/>
            <ac:picMk id="35" creationId="{2C5AFFBC-DE0F-2BF0-CB87-8208C6DFDEEA}"/>
          </ac:picMkLst>
        </pc:picChg>
        <pc:picChg chg="add del mod">
          <ac:chgData name="Max Weinstein" userId="231d19b33fbb8e80" providerId="LiveId" clId="{4F22EBBA-8488-44F0-BAF2-170BC99B8070}" dt="2026-06-24T17:21:56.778" v="2641" actId="478"/>
          <ac:picMkLst>
            <pc:docMk/>
            <pc:sldMk cId="2358339056" sldId="266"/>
            <ac:picMk id="38" creationId="{96CCE0DB-176A-9456-37D0-569ABA8BD926}"/>
          </ac:picMkLst>
        </pc:picChg>
        <pc:picChg chg="add del">
          <ac:chgData name="Max Weinstein" userId="231d19b33fbb8e80" providerId="LiveId" clId="{4F22EBBA-8488-44F0-BAF2-170BC99B8070}" dt="2026-06-24T17:23:12.965" v="2656" actId="478"/>
          <ac:picMkLst>
            <pc:docMk/>
            <pc:sldMk cId="2358339056" sldId="266"/>
            <ac:picMk id="43" creationId="{8778E13E-6E15-B460-18B1-23A7CB4F70C6}"/>
          </ac:picMkLst>
        </pc:picChg>
        <pc:picChg chg="add mod ord">
          <ac:chgData name="Max Weinstein" userId="231d19b33fbb8e80" providerId="LiveId" clId="{4F22EBBA-8488-44F0-BAF2-170BC99B8070}" dt="2026-06-24T17:26:59.605" v="2696" actId="1076"/>
          <ac:picMkLst>
            <pc:docMk/>
            <pc:sldMk cId="2358339056" sldId="266"/>
            <ac:picMk id="44" creationId="{6A6345E2-4149-987E-D7A1-1FA8D257DB15}"/>
          </ac:picMkLst>
        </pc:picChg>
        <pc:picChg chg="add del mod">
          <ac:chgData name="Max Weinstein" userId="231d19b33fbb8e80" providerId="LiveId" clId="{4F22EBBA-8488-44F0-BAF2-170BC99B8070}" dt="2026-06-24T17:27:39.937" v="2715" actId="478"/>
          <ac:picMkLst>
            <pc:docMk/>
            <pc:sldMk cId="2358339056" sldId="266"/>
            <ac:picMk id="48" creationId="{E4B8D2CA-9B77-DE7F-6E2B-1E470AC3B0F6}"/>
          </ac:picMkLst>
        </pc:picChg>
        <pc:picChg chg="add mod">
          <ac:chgData name="Max Weinstein" userId="231d19b33fbb8e80" providerId="LiveId" clId="{4F22EBBA-8488-44F0-BAF2-170BC99B8070}" dt="2026-06-24T17:32:26.216" v="2847" actId="1076"/>
          <ac:picMkLst>
            <pc:docMk/>
            <pc:sldMk cId="2358339056" sldId="266"/>
            <ac:picMk id="49" creationId="{B2789537-7602-1781-446B-E22E68A8A77B}"/>
          </ac:picMkLst>
        </pc:picChg>
        <pc:picChg chg="add mod">
          <ac:chgData name="Max Weinstein" userId="231d19b33fbb8e80" providerId="LiveId" clId="{4F22EBBA-8488-44F0-BAF2-170BC99B8070}" dt="2026-06-24T17:30:23.434" v="2802" actId="1076"/>
          <ac:picMkLst>
            <pc:docMk/>
            <pc:sldMk cId="2358339056" sldId="266"/>
            <ac:picMk id="50" creationId="{C3C59213-EC8C-80A1-5AFC-F879648244B1}"/>
          </ac:picMkLst>
        </pc:picChg>
        <pc:picChg chg="add mod">
          <ac:chgData name="Max Weinstein" userId="231d19b33fbb8e80" providerId="LiveId" clId="{4F22EBBA-8488-44F0-BAF2-170BC99B8070}" dt="2026-06-24T17:32:26.216" v="2847" actId="1076"/>
          <ac:picMkLst>
            <pc:docMk/>
            <pc:sldMk cId="2358339056" sldId="266"/>
            <ac:picMk id="53" creationId="{2577781C-47AD-1CF5-FCF5-6D4C268BFC72}"/>
          </ac:picMkLst>
        </pc:picChg>
        <pc:picChg chg="add del mod">
          <ac:chgData name="Max Weinstein" userId="231d19b33fbb8e80" providerId="LiveId" clId="{4F22EBBA-8488-44F0-BAF2-170BC99B8070}" dt="2026-06-24T17:31:05.217" v="2820" actId="478"/>
          <ac:picMkLst>
            <pc:docMk/>
            <pc:sldMk cId="2358339056" sldId="266"/>
            <ac:picMk id="54" creationId="{74F6BE04-5E97-92B5-0B2D-083C4C96A85A}"/>
          </ac:picMkLst>
        </pc:picChg>
        <pc:picChg chg="add mod">
          <ac:chgData name="Max Weinstein" userId="231d19b33fbb8e80" providerId="LiveId" clId="{4F22EBBA-8488-44F0-BAF2-170BC99B8070}" dt="2026-06-24T17:31:38.825" v="2842" actId="1076"/>
          <ac:picMkLst>
            <pc:docMk/>
            <pc:sldMk cId="2358339056" sldId="266"/>
            <ac:picMk id="55" creationId="{BCFD8508-E3B2-5EE6-585E-1A659C3702C2}"/>
          </ac:picMkLst>
        </pc:picChg>
      </pc:sldChg>
      <pc:sldChg chg="new del">
        <pc:chgData name="Max Weinstein" userId="231d19b33fbb8e80" providerId="LiveId" clId="{4F22EBBA-8488-44F0-BAF2-170BC99B8070}" dt="2026-06-24T18:07:00.250" v="2904" actId="2696"/>
        <pc:sldMkLst>
          <pc:docMk/>
          <pc:sldMk cId="1385696215" sldId="267"/>
        </pc:sldMkLst>
      </pc:sldChg>
      <pc:sldChg chg="modSp new del mod">
        <pc:chgData name="Max Weinstein" userId="231d19b33fbb8e80" providerId="LiveId" clId="{4F22EBBA-8488-44F0-BAF2-170BC99B8070}" dt="2026-06-24T18:13:33.591" v="3001" actId="2696"/>
        <pc:sldMkLst>
          <pc:docMk/>
          <pc:sldMk cId="1474971436" sldId="267"/>
        </pc:sldMkLst>
        <pc:spChg chg="mod">
          <ac:chgData name="Max Weinstein" userId="231d19b33fbb8e80" providerId="LiveId" clId="{4F22EBBA-8488-44F0-BAF2-170BC99B8070}" dt="2026-06-24T18:13:04.382" v="3000" actId="20577"/>
          <ac:spMkLst>
            <pc:docMk/>
            <pc:sldMk cId="1474971436" sldId="267"/>
            <ac:spMk id="2" creationId="{307C4E9D-E269-8C77-25C6-F57131D2D33B}"/>
          </ac:spMkLst>
        </pc:spChg>
      </pc:sldChg>
      <pc:sldChg chg="modSp add mod">
        <pc:chgData name="Max Weinstein" userId="231d19b33fbb8e80" providerId="LiveId" clId="{4F22EBBA-8488-44F0-BAF2-170BC99B8070}" dt="2026-06-24T18:39:51.152" v="3835" actId="207"/>
        <pc:sldMkLst>
          <pc:docMk/>
          <pc:sldMk cId="4117595596" sldId="267"/>
        </pc:sldMkLst>
        <pc:spChg chg="mod">
          <ac:chgData name="Max Weinstein" userId="231d19b33fbb8e80" providerId="LiveId" clId="{4F22EBBA-8488-44F0-BAF2-170BC99B8070}" dt="2026-06-24T18:15:31.057" v="3027" actId="313"/>
          <ac:spMkLst>
            <pc:docMk/>
            <pc:sldMk cId="4117595596" sldId="267"/>
            <ac:spMk id="2" creationId="{483CEE31-4085-794E-98A1-3A2D87614E25}"/>
          </ac:spMkLst>
        </pc:spChg>
        <pc:spChg chg="mod">
          <ac:chgData name="Max Weinstein" userId="231d19b33fbb8e80" providerId="LiveId" clId="{4F22EBBA-8488-44F0-BAF2-170BC99B8070}" dt="2026-06-24T18:39:51.152" v="3835" actId="207"/>
          <ac:spMkLst>
            <pc:docMk/>
            <pc:sldMk cId="4117595596" sldId="267"/>
            <ac:spMk id="11" creationId="{9A6C011C-F098-1497-D501-FE8A783A7613}"/>
          </ac:spMkLst>
        </pc:spChg>
      </pc:sldChg>
      <pc:sldChg chg="modSp add mod">
        <pc:chgData name="Max Weinstein" userId="231d19b33fbb8e80" providerId="LiveId" clId="{4F22EBBA-8488-44F0-BAF2-170BC99B8070}" dt="2026-06-24T19:09:52.882" v="3941" actId="20577"/>
        <pc:sldMkLst>
          <pc:docMk/>
          <pc:sldMk cId="696211518" sldId="268"/>
        </pc:sldMkLst>
        <pc:spChg chg="mod">
          <ac:chgData name="Max Weinstein" userId="231d19b33fbb8e80" providerId="LiveId" clId="{4F22EBBA-8488-44F0-BAF2-170BC99B8070}" dt="2026-06-24T19:09:52.882" v="3941" actId="20577"/>
          <ac:spMkLst>
            <pc:docMk/>
            <pc:sldMk cId="696211518" sldId="268"/>
            <ac:spMk id="9" creationId="{1F37861B-8D70-84F5-5EE6-41B11775602A}"/>
          </ac:spMkLst>
        </pc:spChg>
        <pc:graphicFrameChg chg="mod modGraphic">
          <ac:chgData name="Max Weinstein" userId="231d19b33fbb8e80" providerId="LiveId" clId="{4F22EBBA-8488-44F0-BAF2-170BC99B8070}" dt="2026-06-24T18:37:02.089" v="3788"/>
          <ac:graphicFrameMkLst>
            <pc:docMk/>
            <pc:sldMk cId="696211518" sldId="268"/>
            <ac:graphicFrameMk id="7" creationId="{DEB441D5-2BBC-BD3F-3DFF-FA081613EAE8}"/>
          </ac:graphicFrameMkLst>
        </pc:graphicFrameChg>
      </pc:sldChg>
      <pc:sldChg chg="addSp delSp modSp add mod">
        <pc:chgData name="Max Weinstein" userId="231d19b33fbb8e80" providerId="LiveId" clId="{4F22EBBA-8488-44F0-BAF2-170BC99B8070}" dt="2026-06-24T19:13:47.733" v="4019" actId="20577"/>
        <pc:sldMkLst>
          <pc:docMk/>
          <pc:sldMk cId="2269246509" sldId="269"/>
        </pc:sldMkLst>
        <pc:spChg chg="add mod">
          <ac:chgData name="Max Weinstein" userId="231d19b33fbb8e80" providerId="LiveId" clId="{4F22EBBA-8488-44F0-BAF2-170BC99B8070}" dt="2026-06-24T19:13:31.210" v="4014" actId="207"/>
          <ac:spMkLst>
            <pc:docMk/>
            <pc:sldMk cId="2269246509" sldId="269"/>
            <ac:spMk id="4" creationId="{50019235-6E25-44DE-4E09-2027E2597EE5}"/>
          </ac:spMkLst>
        </pc:spChg>
        <pc:spChg chg="add mod">
          <ac:chgData name="Max Weinstein" userId="231d19b33fbb8e80" providerId="LiveId" clId="{4F22EBBA-8488-44F0-BAF2-170BC99B8070}" dt="2026-06-24T19:13:47.733" v="4019" actId="20577"/>
          <ac:spMkLst>
            <pc:docMk/>
            <pc:sldMk cId="2269246509" sldId="269"/>
            <ac:spMk id="5" creationId="{933C0CBF-CF2E-39E9-D5EE-7C6FEDF2A70D}"/>
          </ac:spMkLst>
        </pc:spChg>
        <pc:spChg chg="mod">
          <ac:chgData name="Max Weinstein" userId="231d19b33fbb8e80" providerId="LiveId" clId="{4F22EBBA-8488-44F0-BAF2-170BC99B8070}" dt="2026-06-24T19:13:09.214" v="4013" actId="20577"/>
          <ac:spMkLst>
            <pc:docMk/>
            <pc:sldMk cId="2269246509" sldId="269"/>
            <ac:spMk id="6" creationId="{85316018-0694-144B-6A13-30811ED3A954}"/>
          </ac:spMkLst>
        </pc:spChg>
        <pc:spChg chg="del">
          <ac:chgData name="Max Weinstein" userId="231d19b33fbb8e80" providerId="LiveId" clId="{4F22EBBA-8488-44F0-BAF2-170BC99B8070}" dt="2026-06-24T19:13:00.145" v="4006" actId="478"/>
          <ac:spMkLst>
            <pc:docMk/>
            <pc:sldMk cId="2269246509" sldId="269"/>
            <ac:spMk id="9" creationId="{7361067E-CCA6-1460-3B23-D9F828074BD0}"/>
          </ac:spMkLst>
        </pc:spChg>
        <pc:spChg chg="del mod">
          <ac:chgData name="Max Weinstein" userId="231d19b33fbb8e80" providerId="LiveId" clId="{4F22EBBA-8488-44F0-BAF2-170BC99B8070}" dt="2026-06-24T19:11:51.908" v="3981" actId="478"/>
          <ac:spMkLst>
            <pc:docMk/>
            <pc:sldMk cId="2269246509" sldId="269"/>
            <ac:spMk id="15" creationId="{EBC2B7A4-B143-FF5C-C0FA-36457E0B6D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58AFB-63AF-4355-AA38-46E2B9024440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1D17F-379D-487C-8C7E-7AF980679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36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1D17F-379D-487C-8C7E-7AF9806795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6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9A55F-061C-B275-E493-12B8F0B5C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84F6A-2D0B-4FE9-E5DB-ABF02AF52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288C1-3877-E65A-B3E1-19DA0B29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A5B0A250-5CC0-1746-B209-08E8B0DAE6AF}" type="datetimeFigureOut">
              <a:rPr lang="en-US" smtClean="0"/>
              <a:pPr algn="l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86BE3-1A1C-A0AB-B79D-E5C136E1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C57F-BF07-4EF1-E652-640C0532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6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BC70-BD99-93CD-3778-D77088C6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89A8F-086F-56CF-1C11-904B00FF7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B46E0-2967-047A-A993-62D36B26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9D23D-7E0F-5909-E9BF-72C32B81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1BE-B30C-19A0-57C1-3FE17A8E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2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0108-7514-3E15-5EA7-5FC631EE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514D9-C774-66F2-1E14-08DD4E208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68630-45C4-55C1-45AE-CB1AF8D8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07F69-17F0-9992-397E-BDE8690E3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0F8F3-BCA5-F70B-6EC8-DF4B0419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8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41B5-9BE2-FE81-E1E5-D14787DA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27CF2-BAC5-CB67-9472-CB2643E0A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5DCD6-F00C-BD5B-7206-84D75A4AD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182B5-991A-8A08-2218-28276487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F74C0-9669-5C93-9DF8-30F1E0EB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B0C38-E270-8757-8A3B-5E8C0E3D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96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7848-3F1B-1740-70ED-8CDAA64E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B1F93-860A-E2F8-0281-315E064C1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33268-ABB0-7C87-53A9-71FBEEFCE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968F65-FA5F-5D45-FDE0-C215E6F0D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08FA7-E9BC-172D-8048-0DD4237A7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97357-82F1-536C-BF6A-7B4ACA2F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13CEB1-1E79-FF13-DF9C-43B7D322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098EC-568D-470F-8370-D086E143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3938-C65A-8F01-523D-569681AB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FB00E-AE3C-4EEA-B93E-FE30912F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F7F5-78DA-5595-A26C-1C6C084A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5E5FC-9216-AC0B-CE53-1F5B4885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C6D33-567D-2F0D-EE83-7BB6399D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F04BB-3C05-2AB1-F15E-4293E070D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AC975-C94D-5036-B60A-4D30D0DB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907A-08E8-334E-97F4-D59EF6CB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8289B-5CA6-2031-33B1-D93314BE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6D154-0615-7ACB-B9E8-0A8398C2B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FDA39-6E23-2A2D-5F8F-9EDBDDCF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ED24C-67CC-EF7F-8289-1BD2CF41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0901D-0F17-F607-55A2-73CA4240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6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6104-519C-08A8-3714-A8832C745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CF5C9-3CD2-147D-7F05-6D190EC4E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240EC-FD84-FFFB-00A0-612B74338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BC974-5C11-47A1-5608-A28D58D4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55333-2A29-94AB-04CE-0B7D2AF1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CEDD5-CCB4-8A0E-81E9-CE56E21E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30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5527-2DDF-02A3-2002-BD413D7F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9ABE9-2266-249B-4F15-DD3579837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E5498-1EE6-B196-69CF-3C5ACAC1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BD1F-8BC0-8FC5-1DA1-C8334DA49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D0FEE-7D3A-9A36-256E-AC20E11A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00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A3F48-7594-CB99-0C1B-E87960616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3DA32-39A1-D2AF-C924-AE7748A10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FEDF2-AB99-DA03-B08D-CEE045AF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C69CF-3952-04FB-8358-579546B3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F1C41-8A6B-735D-B29A-233D7E29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88F7D-21E2-D951-3928-3C686070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FF18A-C0C5-500C-754D-35FB4A875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01111-EB34-0186-EB6E-F52A10425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0A250-5CC0-1746-B209-08E8B0DAE6AF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EABA1-9C33-0236-0E09-E191B7830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34AC-A163-B96B-F26A-3714D8C0E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9597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Graph">
            <a:extLst>
              <a:ext uri="{FF2B5EF4-FFF2-40B4-BE49-F238E27FC236}">
                <a16:creationId xmlns:a16="http://schemas.microsoft.com/office/drawing/2014/main" id="{98523805-679B-C710-290C-8009A52615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0" t="6484" r="2476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06ACC-8686-5760-14B9-80A5DF854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3400" b="1" dirty="0">
                <a:latin typeface="Abadi" panose="020B0604020104020204" pitchFamily="34" charset="0"/>
              </a:rPr>
              <a:t>S&amp;P 500 Profitability:</a:t>
            </a:r>
            <a:br>
              <a:rPr lang="en-US" sz="3400" b="1" dirty="0">
                <a:latin typeface="Abadi" panose="020B0604020104020204" pitchFamily="34" charset="0"/>
              </a:rPr>
            </a:br>
            <a:r>
              <a:rPr lang="en-US" sz="3400" b="1" dirty="0">
                <a:latin typeface="Abadi" panose="020B0604020104020204" pitchFamily="34" charset="0"/>
              </a:rPr>
              <a:t>Identifying Characteristics of High-Performing Sectors </a:t>
            </a:r>
            <a:br>
              <a:rPr lang="en-US" sz="3400" b="1" dirty="0">
                <a:latin typeface="Abadi" panose="020B0604020104020204" pitchFamily="34" charset="0"/>
              </a:rPr>
            </a:br>
            <a:r>
              <a:rPr lang="en-US" sz="3400" b="1" dirty="0">
                <a:latin typeface="Abadi" panose="020B0604020104020204" pitchFamily="34" charset="0"/>
              </a:rPr>
              <a:t>(2013-2018)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151E3-6405-3328-8041-AD49885FD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2000" b="1" dirty="0"/>
              <a:t>Max Weinstein</a:t>
            </a:r>
          </a:p>
          <a:p>
            <a:pPr algn="l"/>
            <a:r>
              <a:rPr lang="en-US" sz="2000" dirty="0"/>
              <a:t>Binghamton University</a:t>
            </a:r>
          </a:p>
          <a:p>
            <a:pPr algn="l"/>
            <a:r>
              <a:rPr lang="en-US" sz="2000" dirty="0"/>
              <a:t>B.S Computer Engineering ‘27</a:t>
            </a:r>
          </a:p>
          <a:p>
            <a:pPr algn="l"/>
            <a:r>
              <a:rPr lang="en-US" sz="2000" dirty="0"/>
              <a:t>MBA Business Analytics ‘28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Profile image">
            <a:extLst>
              <a:ext uri="{FF2B5EF4-FFF2-40B4-BE49-F238E27FC236}">
                <a16:creationId xmlns:a16="http://schemas.microsoft.com/office/drawing/2014/main" id="{CD655446-1E93-D492-5431-B21299500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3488" y="4676872"/>
            <a:ext cx="1293870" cy="129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86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7413C-EA5B-2361-5416-AA79895E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363" y="1671569"/>
            <a:ext cx="5801917" cy="2228760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latin typeface="Abadi" panose="020B0604020104020204" pitchFamily="34" charset="0"/>
              </a:rPr>
              <a:t>Objective for Data Analysis</a:t>
            </a:r>
          </a:p>
        </p:txBody>
      </p:sp>
      <p:pic>
        <p:nvPicPr>
          <p:cNvPr id="29" name="Graphic 28" descr="Upward trend">
            <a:extLst>
              <a:ext uri="{FF2B5EF4-FFF2-40B4-BE49-F238E27FC236}">
                <a16:creationId xmlns:a16="http://schemas.microsoft.com/office/drawing/2014/main" id="{C9E9B4D6-AA8E-0760-8C57-33F327313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6948" y="2694018"/>
            <a:ext cx="1198532" cy="11985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BD558-876C-6FD2-D033-CB5682398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364" y="4072044"/>
            <a:ext cx="6941396" cy="2057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badi" panose="020B0604020104020204" pitchFamily="34" charset="0"/>
              </a:rPr>
              <a:t>Which sectors and stock characteristics (KPIs) generated the strongest profitability from the S&amp;P 500 from 2013-2018?</a:t>
            </a:r>
          </a:p>
        </p:txBody>
      </p:sp>
      <p:pic>
        <p:nvPicPr>
          <p:cNvPr id="31" name="Graphic 30" descr="Upward trend">
            <a:extLst>
              <a:ext uri="{FF2B5EF4-FFF2-40B4-BE49-F238E27FC236}">
                <a16:creationId xmlns:a16="http://schemas.microsoft.com/office/drawing/2014/main" id="{AFA811F7-6092-4189-BC66-AA677D3AD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19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4CCFD-3CB3-50D8-172B-6893310C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107088"/>
            <a:ext cx="9833548" cy="615822"/>
          </a:xfrm>
        </p:spPr>
        <p:txBody>
          <a:bodyPr anchor="b">
            <a:no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latin typeface="Abadi" panose="020B0604020104020204" pitchFamily="34" charset="0"/>
              </a:rPr>
              <a:t>Data Analysis </a:t>
            </a:r>
            <a:br>
              <a:rPr lang="en-US" sz="4800" b="1" dirty="0">
                <a:solidFill>
                  <a:schemeClr val="tx2"/>
                </a:solidFill>
                <a:latin typeface="Abadi" panose="020B0604020104020204" pitchFamily="34" charset="0"/>
              </a:rPr>
            </a:br>
            <a:r>
              <a:rPr lang="en-US" sz="4800" b="1" dirty="0">
                <a:solidFill>
                  <a:schemeClr val="tx2"/>
                </a:solidFill>
                <a:latin typeface="Abadi" panose="020B0604020104020204" pitchFamily="34" charset="0"/>
              </a:rPr>
              <a:t>Process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01F802A2-EB35-3A3B-55C2-5D92BDD15EDB}"/>
              </a:ext>
            </a:extLst>
          </p:cNvPr>
          <p:cNvSpPr/>
          <p:nvPr/>
        </p:nvSpPr>
        <p:spPr>
          <a:xfrm>
            <a:off x="819972" y="1991815"/>
            <a:ext cx="3025679" cy="198938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D8A8C-C8B6-91E0-CB62-37391674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332" y="2328302"/>
            <a:ext cx="2618873" cy="13607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Data Collection</a:t>
            </a:r>
            <a:endParaRPr lang="en-US" sz="23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marL="0" indent="0" algn="ctr"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35" name="Picture 34" descr="Kaggle Logo PNG Vector SVG (2.59 KB) Free Download">
            <a:extLst>
              <a:ext uri="{FF2B5EF4-FFF2-40B4-BE49-F238E27FC236}">
                <a16:creationId xmlns:a16="http://schemas.microsoft.com/office/drawing/2014/main" id="{2C5AFFBC-DE0F-2BF0-CB87-8208C6DFD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677" y="2518219"/>
            <a:ext cx="1286182" cy="1286182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5811721F-22EA-F810-2435-B2F2BEB169CF}"/>
              </a:ext>
            </a:extLst>
          </p:cNvPr>
          <p:cNvSpPr/>
          <p:nvPr/>
        </p:nvSpPr>
        <p:spPr>
          <a:xfrm>
            <a:off x="3245907" y="3888545"/>
            <a:ext cx="3025679" cy="198938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C4595CB-B263-91E0-7DA3-1FC65C9C1F4E}"/>
              </a:ext>
            </a:extLst>
          </p:cNvPr>
          <p:cNvSpPr txBox="1">
            <a:spLocks/>
          </p:cNvSpPr>
          <p:nvPr/>
        </p:nvSpPr>
        <p:spPr>
          <a:xfrm>
            <a:off x="3451468" y="4249638"/>
            <a:ext cx="2618873" cy="1360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Data Cleaning</a:t>
            </a:r>
            <a:endParaRPr lang="en-US" sz="2300" dirty="0">
              <a:solidFill>
                <a:schemeClr val="tx2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44" name="Picture 43" descr="Excel Logo, symbol, meaning, history, PNG, brand">
            <a:extLst>
              <a:ext uri="{FF2B5EF4-FFF2-40B4-BE49-F238E27FC236}">
                <a16:creationId xmlns:a16="http://schemas.microsoft.com/office/drawing/2014/main" id="{6A6345E2-4149-987E-D7A1-1FA8D257D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51" y="4529034"/>
            <a:ext cx="1826192" cy="1027233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D36121EA-B2FA-1977-0A60-736A4892E596}"/>
              </a:ext>
            </a:extLst>
          </p:cNvPr>
          <p:cNvSpPr/>
          <p:nvPr/>
        </p:nvSpPr>
        <p:spPr>
          <a:xfrm>
            <a:off x="5699058" y="1913781"/>
            <a:ext cx="3025679" cy="198938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A479F49B-DCF1-1CBA-FA3F-51E5BEB12F76}"/>
              </a:ext>
            </a:extLst>
          </p:cNvPr>
          <p:cNvSpPr txBox="1">
            <a:spLocks/>
          </p:cNvSpPr>
          <p:nvPr/>
        </p:nvSpPr>
        <p:spPr>
          <a:xfrm>
            <a:off x="5880482" y="2271430"/>
            <a:ext cx="2618873" cy="1360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chemeClr val="tx2"/>
                </a:solidFill>
                <a:latin typeface="Abadi" panose="020B0604020104020204" pitchFamily="34" charset="0"/>
              </a:rPr>
              <a:t>Data Analysis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300" b="1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300" b="1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             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                      (SQL)</a:t>
            </a:r>
            <a:endParaRPr lang="en-US" sz="2300" dirty="0">
              <a:solidFill>
                <a:schemeClr val="tx2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49" name="Picture 48" descr="Excel Logo, symbol, meaning, history, PNG, brand">
            <a:extLst>
              <a:ext uri="{FF2B5EF4-FFF2-40B4-BE49-F238E27FC236}">
                <a16:creationId xmlns:a16="http://schemas.microsoft.com/office/drawing/2014/main" id="{B2789537-7602-1781-446B-E22E68A8A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77" y="2632988"/>
            <a:ext cx="1256955" cy="707037"/>
          </a:xfrm>
          <a:prstGeom prst="rect">
            <a:avLst/>
          </a:prstGeom>
        </p:spPr>
      </p:pic>
      <p:pic>
        <p:nvPicPr>
          <p:cNvPr id="50" name="Picture 49" descr="BigQuery ETL/ELT Data Pipeline Solution">
            <a:extLst>
              <a:ext uri="{FF2B5EF4-FFF2-40B4-BE49-F238E27FC236}">
                <a16:creationId xmlns:a16="http://schemas.microsoft.com/office/drawing/2014/main" id="{C3C59213-EC8C-80A1-5AFC-F87964824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052" y="2472825"/>
            <a:ext cx="1116382" cy="1116382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6A4D84EF-3F10-3590-F591-524058C9506D}"/>
              </a:ext>
            </a:extLst>
          </p:cNvPr>
          <p:cNvSpPr/>
          <p:nvPr/>
        </p:nvSpPr>
        <p:spPr>
          <a:xfrm>
            <a:off x="8473024" y="3811726"/>
            <a:ext cx="3025679" cy="19893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A85975B2-65D8-B1B7-FB4E-90CC738E44E5}"/>
              </a:ext>
            </a:extLst>
          </p:cNvPr>
          <p:cNvSpPr txBox="1">
            <a:spLocks/>
          </p:cNvSpPr>
          <p:nvPr/>
        </p:nvSpPr>
        <p:spPr>
          <a:xfrm>
            <a:off x="8729214" y="4205949"/>
            <a:ext cx="2618873" cy="148604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chemeClr val="tx2"/>
                </a:solidFill>
                <a:latin typeface="Abadi" panose="020B0604020104020204" pitchFamily="34" charset="0"/>
              </a:rPr>
              <a:t>Data Visualization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300" b="1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300" b="1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             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                 </a:t>
            </a:r>
            <a:endParaRPr lang="en-US" sz="2300" dirty="0">
              <a:solidFill>
                <a:schemeClr val="tx2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3" name="Picture 52" descr="Excel Logo, symbol, meaning, history, PNG, brand">
            <a:extLst>
              <a:ext uri="{FF2B5EF4-FFF2-40B4-BE49-F238E27FC236}">
                <a16:creationId xmlns:a16="http://schemas.microsoft.com/office/drawing/2014/main" id="{2577781C-47AD-1CF5-FCF5-6D4C268BF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384" y="4984955"/>
            <a:ext cx="1256955" cy="707037"/>
          </a:xfrm>
          <a:prstGeom prst="rect">
            <a:avLst/>
          </a:prstGeom>
        </p:spPr>
      </p:pic>
      <p:pic>
        <p:nvPicPr>
          <p:cNvPr id="55" name="Picture 54" descr="Tableau Logo and symbol, meaning, history, PNG, brand">
            <a:extLst>
              <a:ext uri="{FF2B5EF4-FFF2-40B4-BE49-F238E27FC236}">
                <a16:creationId xmlns:a16="http://schemas.microsoft.com/office/drawing/2014/main" id="{BCFD8508-E3B2-5EE6-585E-1A659C370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485" y="4315248"/>
            <a:ext cx="1844755" cy="1037675"/>
          </a:xfrm>
          <a:prstGeom prst="rect">
            <a:avLst/>
          </a:prstGeom>
        </p:spPr>
      </p:pic>
      <p:sp>
        <p:nvSpPr>
          <p:cNvPr id="56" name="Arrow: Left 55">
            <a:extLst>
              <a:ext uri="{FF2B5EF4-FFF2-40B4-BE49-F238E27FC236}">
                <a16:creationId xmlns:a16="http://schemas.microsoft.com/office/drawing/2014/main" id="{A528FDF7-E20F-E5D9-DCC8-BE3A9F3A4301}"/>
              </a:ext>
            </a:extLst>
          </p:cNvPr>
          <p:cNvSpPr/>
          <p:nvPr/>
        </p:nvSpPr>
        <p:spPr>
          <a:xfrm rot="3275961" flipH="1">
            <a:off x="3164681" y="3890814"/>
            <a:ext cx="505544" cy="276571"/>
          </a:xfrm>
          <a:prstGeom prst="leftArrow">
            <a:avLst>
              <a:gd name="adj1" fmla="val 2657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Left 56">
            <a:extLst>
              <a:ext uri="{FF2B5EF4-FFF2-40B4-BE49-F238E27FC236}">
                <a16:creationId xmlns:a16="http://schemas.microsoft.com/office/drawing/2014/main" id="{79D2E6DB-326F-CDE7-1B5A-CB94BDBF619A}"/>
              </a:ext>
            </a:extLst>
          </p:cNvPr>
          <p:cNvSpPr/>
          <p:nvPr/>
        </p:nvSpPr>
        <p:spPr>
          <a:xfrm rot="3275961" flipH="1">
            <a:off x="8359273" y="3737069"/>
            <a:ext cx="505544" cy="276571"/>
          </a:xfrm>
          <a:prstGeom prst="leftArrow">
            <a:avLst>
              <a:gd name="adj1" fmla="val 2657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Left 57">
            <a:extLst>
              <a:ext uri="{FF2B5EF4-FFF2-40B4-BE49-F238E27FC236}">
                <a16:creationId xmlns:a16="http://schemas.microsoft.com/office/drawing/2014/main" id="{7EE458CE-0262-F540-8C2C-474BC735C2F1}"/>
              </a:ext>
            </a:extLst>
          </p:cNvPr>
          <p:cNvSpPr/>
          <p:nvPr/>
        </p:nvSpPr>
        <p:spPr>
          <a:xfrm rot="18385942" flipH="1">
            <a:off x="5772605" y="3782170"/>
            <a:ext cx="505544" cy="276571"/>
          </a:xfrm>
          <a:prstGeom prst="leftArrow">
            <a:avLst>
              <a:gd name="adj1" fmla="val 26574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DD91FFBE-BC66-16F7-6C73-B07F537BAA82}"/>
              </a:ext>
            </a:extLst>
          </p:cNvPr>
          <p:cNvSpPr txBox="1">
            <a:spLocks/>
          </p:cNvSpPr>
          <p:nvPr/>
        </p:nvSpPr>
        <p:spPr>
          <a:xfrm>
            <a:off x="8772472" y="5556267"/>
            <a:ext cx="2618873" cy="14860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700" b="1" dirty="0">
                <a:solidFill>
                  <a:schemeClr val="tx2"/>
                </a:solidFill>
                <a:latin typeface="Abadi" panose="020B0604020104020204" pitchFamily="34" charset="0"/>
              </a:rPr>
              <a:t>(Pivot Chart)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300" b="1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300" b="1" dirty="0">
              <a:solidFill>
                <a:schemeClr val="tx2"/>
              </a:solidFill>
              <a:latin typeface="Abadi" panose="020B060402010402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             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300" b="1" dirty="0">
                <a:solidFill>
                  <a:schemeClr val="tx2"/>
                </a:solidFill>
                <a:latin typeface="Abadi" panose="020B0604020104020204" pitchFamily="34" charset="0"/>
              </a:rPr>
              <a:t>                 </a:t>
            </a:r>
            <a:endParaRPr lang="en-US" sz="2300" dirty="0">
              <a:solidFill>
                <a:schemeClr val="tx2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339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54225-A703-D53D-F4AE-01821364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164" y="292436"/>
            <a:ext cx="3625596" cy="129252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badi" panose="020B0604020104020204" pitchFamily="34" charset="0"/>
              </a:rPr>
              <a:t>Data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F8F697-8120-510F-B43B-C7918F49C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090219"/>
              </p:ext>
            </p:extLst>
          </p:nvPr>
        </p:nvGraphicFramePr>
        <p:xfrm>
          <a:off x="365757" y="2523548"/>
          <a:ext cx="5486403" cy="363461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46853">
                  <a:extLst>
                    <a:ext uri="{9D8B030D-6E8A-4147-A177-3AD203B41FA5}">
                      <a16:colId xmlns:a16="http://schemas.microsoft.com/office/drawing/2014/main" val="509077789"/>
                    </a:ext>
                  </a:extLst>
                </a:gridCol>
                <a:gridCol w="3639550">
                  <a:extLst>
                    <a:ext uri="{9D8B030D-6E8A-4147-A177-3AD203B41FA5}">
                      <a16:colId xmlns:a16="http://schemas.microsoft.com/office/drawing/2014/main" val="2198209540"/>
                    </a:ext>
                  </a:extLst>
                </a:gridCol>
              </a:tblGrid>
              <a:tr h="317322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972259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Stocks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598890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Daily </a:t>
                      </a:r>
                    </a:p>
                    <a:p>
                      <a:r>
                        <a:rPr lang="en-US" b="1" dirty="0"/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619,040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853459"/>
                  </a:ext>
                </a:extLst>
              </a:tr>
              <a:tr h="793304">
                <a:tc>
                  <a:txBody>
                    <a:bodyPr/>
                    <a:lstStyle/>
                    <a:p>
                      <a:r>
                        <a:rPr lang="en-US" b="1" dirty="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2013-2018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61019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Kaggle</a:t>
                      </a:r>
                      <a:r>
                        <a:rPr lang="en-US" b="0" dirty="0"/>
                        <a:t> (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all_stocks_5yr.csv</a:t>
                      </a:r>
                    </a:p>
                    <a:p>
                      <a:r>
                        <a:rPr lang="en-US" b="0" dirty="0"/>
                        <a:t>By </a:t>
                      </a:r>
                      <a:r>
                        <a:rPr lang="en-US" sz="1800" b="0" kern="1200" cap="all" dirty="0">
                          <a:solidFill>
                            <a:schemeClr val="dk1"/>
                          </a:solidFill>
                          <a:effectLst/>
                        </a:rPr>
                        <a:t>Janio Martinez Bachmann)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690679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Date, Open, High, Low, Close, Volume, Name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66925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FBD4DE1-0CDB-B61D-1F63-A7022AA4E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2" y="3124200"/>
            <a:ext cx="5242410" cy="2443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60E442-6A4F-BEE4-359A-5C9DDBCE2689}"/>
              </a:ext>
            </a:extLst>
          </p:cNvPr>
          <p:cNvSpPr txBox="1"/>
          <p:nvPr/>
        </p:nvSpPr>
        <p:spPr>
          <a:xfrm>
            <a:off x="6217917" y="27548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Sample of Dataset (</a:t>
            </a:r>
            <a:r>
              <a:rPr lang="en-US" sz="1800" b="1" dirty="0"/>
              <a:t>Excel</a:t>
            </a: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070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2F748-855D-C791-CDFF-F9094704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BBE7BC-F4A3-2A1B-1E04-0DD1155DB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DED64227-F9A2-77AC-B77D-C0EB46560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68104EC-9E8A-7D37-FBF6-F643C8B5A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92BBB-0B48-5940-7908-D9008541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badi" panose="020B0604020104020204" pitchFamily="34" charset="0"/>
              </a:rPr>
              <a:t>Top Performers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1E4BCD-F62D-4443-7D53-5116E59C3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EDDBF-0171-29B1-88BB-04AAB660BFF4}"/>
              </a:ext>
            </a:extLst>
          </p:cNvPr>
          <p:cNvSpPr txBox="1"/>
          <p:nvPr/>
        </p:nvSpPr>
        <p:spPr>
          <a:xfrm>
            <a:off x="1630677" y="2834742"/>
            <a:ext cx="304800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Abadi" panose="020F0502020204030204" pitchFamily="34" charset="0"/>
              </a:rPr>
              <a:t>Most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Abadi" panose="020F0502020204030204" pitchFamily="34" charset="0"/>
              </a:rPr>
              <a:t>Profitable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Abadi" panose="020F0502020204030204" pitchFamily="34" charset="0"/>
              </a:rPr>
              <a:t>Stocks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B441D5-2BBC-BD3F-3DFF-FA081613E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536095"/>
              </p:ext>
            </p:extLst>
          </p:nvPr>
        </p:nvGraphicFramePr>
        <p:xfrm>
          <a:off x="5654037" y="2406211"/>
          <a:ext cx="5958841" cy="371938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52229">
                  <a:extLst>
                    <a:ext uri="{9D8B030D-6E8A-4147-A177-3AD203B41FA5}">
                      <a16:colId xmlns:a16="http://schemas.microsoft.com/office/drawing/2014/main" val="509077789"/>
                    </a:ext>
                  </a:extLst>
                </a:gridCol>
                <a:gridCol w="1753682">
                  <a:extLst>
                    <a:ext uri="{9D8B030D-6E8A-4147-A177-3AD203B41FA5}">
                      <a16:colId xmlns:a16="http://schemas.microsoft.com/office/drawing/2014/main" val="2198209540"/>
                    </a:ext>
                  </a:extLst>
                </a:gridCol>
                <a:gridCol w="2064212">
                  <a:extLst>
                    <a:ext uri="{9D8B030D-6E8A-4147-A177-3AD203B41FA5}">
                      <a16:colId xmlns:a16="http://schemas.microsoft.com/office/drawing/2014/main" val="3655034206"/>
                    </a:ext>
                  </a:extLst>
                </a:gridCol>
                <a:gridCol w="1188718">
                  <a:extLst>
                    <a:ext uri="{9D8B030D-6E8A-4147-A177-3AD203B41FA5}">
                      <a16:colId xmlns:a16="http://schemas.microsoft.com/office/drawing/2014/main" val="3562203185"/>
                    </a:ext>
                  </a:extLst>
                </a:gridCol>
              </a:tblGrid>
              <a:tr h="317322">
                <a:tc>
                  <a:txBody>
                    <a:bodyPr/>
                    <a:lstStyle/>
                    <a:p>
                      <a:r>
                        <a:rPr lang="en-US" dirty="0"/>
                        <a:t>Ticker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Sector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 (%)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972259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NVDA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NVIDIA Corp.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Information</a:t>
                      </a:r>
                    </a:p>
                    <a:p>
                      <a:r>
                        <a:rPr lang="en-US" dirty="0"/>
                        <a:t>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+1750%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598890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NFLX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Netflix Inc.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Communication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+923%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853459"/>
                  </a:ext>
                </a:extLst>
              </a:tr>
              <a:tr h="793304">
                <a:tc>
                  <a:txBody>
                    <a:bodyPr/>
                    <a:lstStyle/>
                    <a:p>
                      <a:r>
                        <a:rPr lang="en-US" b="1" dirty="0"/>
                        <a:t>ALGN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Align Technology Inc.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Healthcare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+616%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161019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Electronic Arts Inc.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</a:t>
                      </a:r>
                    </a:p>
                    <a:p>
                      <a:r>
                        <a:rPr lang="en-US" dirty="0"/>
                        <a:t>Discretionary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+608%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690679"/>
                  </a:ext>
                </a:extLst>
              </a:tr>
              <a:tr h="555313">
                <a:tc>
                  <a:txBody>
                    <a:bodyPr/>
                    <a:lstStyle/>
                    <a:p>
                      <a:r>
                        <a:rPr lang="en-US" b="1" dirty="0"/>
                        <a:t>STZ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Constellation Brands Inc.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Information 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+572%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66925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F37861B-8D70-84F5-5EE6-41B11775602A}"/>
              </a:ext>
            </a:extLst>
          </p:cNvPr>
          <p:cNvSpPr txBox="1"/>
          <p:nvPr/>
        </p:nvSpPr>
        <p:spPr>
          <a:xfrm>
            <a:off x="5585457" y="20332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*Found via </a:t>
            </a:r>
            <a:r>
              <a:rPr lang="en-US" sz="1800" b="1" dirty="0"/>
              <a:t>BigQuery</a:t>
            </a:r>
            <a:r>
              <a:rPr lang="en-US" b="1" dirty="0"/>
              <a:t>(SQL)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69621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D1665-6801-A61A-C3AD-4B513F2B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E32898-A59D-D069-EC6D-570F0BEE6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D45E3C12-A5B2-8186-1DDC-3B5E4F03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3CE570C4-89FA-9E71-2B32-A19483A6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2657F-CA0D-87E6-BC89-6B2D8290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 dirty="0"/>
              <a:t>Bottom Performers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3540DB-4900-E6FC-C1F9-19215042B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EEA120-6346-20DE-849B-6B83295A2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3190"/>
              </p:ext>
            </p:extLst>
          </p:nvPr>
        </p:nvGraphicFramePr>
        <p:xfrm>
          <a:off x="6094476" y="2355270"/>
          <a:ext cx="5675375" cy="418830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31147">
                  <a:extLst>
                    <a:ext uri="{9D8B030D-6E8A-4147-A177-3AD203B41FA5}">
                      <a16:colId xmlns:a16="http://schemas.microsoft.com/office/drawing/2014/main" val="509077789"/>
                    </a:ext>
                  </a:extLst>
                </a:gridCol>
                <a:gridCol w="1585954">
                  <a:extLst>
                    <a:ext uri="{9D8B030D-6E8A-4147-A177-3AD203B41FA5}">
                      <a16:colId xmlns:a16="http://schemas.microsoft.com/office/drawing/2014/main" val="2198209540"/>
                    </a:ext>
                  </a:extLst>
                </a:gridCol>
                <a:gridCol w="2010703">
                  <a:extLst>
                    <a:ext uri="{9D8B030D-6E8A-4147-A177-3AD203B41FA5}">
                      <a16:colId xmlns:a16="http://schemas.microsoft.com/office/drawing/2014/main" val="3655034206"/>
                    </a:ext>
                  </a:extLst>
                </a:gridCol>
                <a:gridCol w="1147571">
                  <a:extLst>
                    <a:ext uri="{9D8B030D-6E8A-4147-A177-3AD203B41FA5}">
                      <a16:colId xmlns:a16="http://schemas.microsoft.com/office/drawing/2014/main" val="3562203185"/>
                    </a:ext>
                  </a:extLst>
                </a:gridCol>
              </a:tblGrid>
              <a:tr h="627391">
                <a:tc>
                  <a:txBody>
                    <a:bodyPr/>
                    <a:lstStyle/>
                    <a:p>
                      <a:r>
                        <a:rPr lang="en-US" dirty="0"/>
                        <a:t>Ticker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 (%)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972259"/>
                  </a:ext>
                </a:extLst>
              </a:tr>
              <a:tr h="614472">
                <a:tc>
                  <a:txBody>
                    <a:bodyPr/>
                    <a:lstStyle/>
                    <a:p>
                      <a:r>
                        <a:rPr lang="en-US" dirty="0"/>
                        <a:t>CHK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Chesapeake</a:t>
                      </a:r>
                    </a:p>
                    <a:p>
                      <a:r>
                        <a:rPr lang="en-US" dirty="0"/>
                        <a:t>Energy 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Energy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-86%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598890"/>
                  </a:ext>
                </a:extLst>
              </a:tr>
              <a:tr h="877818">
                <a:tc>
                  <a:txBody>
                    <a:bodyPr/>
                    <a:lstStyle/>
                    <a:p>
                      <a:r>
                        <a:rPr lang="en-US" dirty="0"/>
                        <a:t>RRC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Range Resources Corp.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Energy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-82%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853459"/>
                  </a:ext>
                </a:extLst>
              </a:tr>
              <a:tr h="614472">
                <a:tc>
                  <a:txBody>
                    <a:bodyPr/>
                    <a:lstStyle/>
                    <a:p>
                      <a:r>
                        <a:rPr lang="en-US" dirty="0"/>
                        <a:t>UA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 Armour Inc.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Discretionary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-72%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161019"/>
                  </a:ext>
                </a:extLst>
              </a:tr>
              <a:tr h="726274">
                <a:tc>
                  <a:txBody>
                    <a:bodyPr/>
                    <a:lstStyle/>
                    <a:p>
                      <a:r>
                        <a:rPr lang="en-US" dirty="0"/>
                        <a:t>DISCA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Discovery Inc.</a:t>
                      </a:r>
                    </a:p>
                    <a:p>
                      <a:r>
                        <a:rPr lang="en-US" dirty="0"/>
                        <a:t>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Communication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-68%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690679"/>
                  </a:ext>
                </a:extLst>
              </a:tr>
              <a:tr h="614472">
                <a:tc>
                  <a:txBody>
                    <a:bodyPr/>
                    <a:lstStyle/>
                    <a:p>
                      <a:r>
                        <a:rPr lang="en-US" dirty="0"/>
                        <a:t>DISCK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Discovery Inc.</a:t>
                      </a:r>
                    </a:p>
                    <a:p>
                      <a:r>
                        <a:rPr lang="en-US" dirty="0"/>
                        <a:t>**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Communication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-66%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6692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A7A7FAA-653F-DB16-5883-E4ED8F055AD3}"/>
              </a:ext>
            </a:extLst>
          </p:cNvPr>
          <p:cNvSpPr txBox="1"/>
          <p:nvPr/>
        </p:nvSpPr>
        <p:spPr>
          <a:xfrm>
            <a:off x="1630677" y="2834742"/>
            <a:ext cx="304800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Abadi" panose="020F0502020204030204" pitchFamily="34" charset="0"/>
              </a:rPr>
              <a:t>Least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Abadi" panose="020F0502020204030204" pitchFamily="34" charset="0"/>
              </a:rPr>
              <a:t>Profitable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400" b="1" dirty="0">
                <a:latin typeface="Abadi" panose="020F0502020204030204" pitchFamily="34" charset="0"/>
              </a:rPr>
              <a:t>Stocks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EF529-AFA9-2AA3-4023-7242CF3A60F2}"/>
              </a:ext>
            </a:extLst>
          </p:cNvPr>
          <p:cNvSpPr txBox="1"/>
          <p:nvPr/>
        </p:nvSpPr>
        <p:spPr>
          <a:xfrm>
            <a:off x="422149" y="6289571"/>
            <a:ext cx="4991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Abadi" panose="020F0502020204030204" pitchFamily="34" charset="0"/>
              </a:rPr>
              <a:t>**Company has merged since 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18A46-CDB4-4487-C43C-97C7BC99F960}"/>
              </a:ext>
            </a:extLst>
          </p:cNvPr>
          <p:cNvSpPr txBox="1"/>
          <p:nvPr/>
        </p:nvSpPr>
        <p:spPr>
          <a:xfrm>
            <a:off x="6092952" y="19859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*Found via </a:t>
            </a:r>
            <a:r>
              <a:rPr lang="en-US" sz="1800" b="1" dirty="0"/>
              <a:t>BigQuery</a:t>
            </a:r>
            <a:r>
              <a:rPr lang="en-US" b="1" dirty="0"/>
              <a:t>(SQL)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6635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4FA92-569D-EB4F-92AD-E82AAE91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3200" b="1" dirty="0"/>
              <a:t>Profit By Sector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2903C349-A115-B92D-BA5C-24F9C0C0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" y="4054856"/>
            <a:ext cx="3715165" cy="123901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000" dirty="0"/>
              <a:t>Bottom 3 Sectors:</a:t>
            </a:r>
          </a:p>
          <a:p>
            <a:pPr marL="457200" lvl="1" indent="0">
              <a:buNone/>
            </a:pPr>
            <a:r>
              <a:rPr lang="en-US" sz="2000" b="1" dirty="0"/>
              <a:t>1) Energy </a:t>
            </a:r>
            <a:r>
              <a:rPr lang="en-US" sz="2000" b="1" dirty="0">
                <a:solidFill>
                  <a:srgbClr val="FFC000"/>
                </a:solidFill>
              </a:rPr>
              <a:t>(+12%)</a:t>
            </a:r>
          </a:p>
          <a:p>
            <a:pPr marL="457200" lvl="1" indent="0">
              <a:buNone/>
            </a:pPr>
            <a:r>
              <a:rPr lang="en-US" sz="2000" b="1" dirty="0"/>
              <a:t>2) Utilities </a:t>
            </a:r>
            <a:r>
              <a:rPr lang="en-US" sz="2000" b="1" dirty="0">
                <a:solidFill>
                  <a:srgbClr val="FFC000"/>
                </a:solidFill>
              </a:rPr>
              <a:t>(+66.6%)</a:t>
            </a:r>
          </a:p>
          <a:p>
            <a:pPr marL="457200" lvl="1" indent="0">
              <a:buNone/>
            </a:pPr>
            <a:r>
              <a:rPr lang="en-US" sz="2000" b="1" dirty="0"/>
              <a:t>3) Consumer Staples </a:t>
            </a:r>
            <a:r>
              <a:rPr lang="en-US" sz="2000" b="1" dirty="0">
                <a:solidFill>
                  <a:srgbClr val="FFC000"/>
                </a:solidFill>
              </a:rPr>
              <a:t>(+72%)</a:t>
            </a:r>
          </a:p>
          <a:p>
            <a:pPr marL="457200" lvl="1" indent="0">
              <a:buNone/>
            </a:pPr>
            <a:endParaRPr lang="en-US" sz="1300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794E3413-3240-AA47-5A39-5F4F0A6CD4CF}"/>
              </a:ext>
            </a:extLst>
          </p:cNvPr>
          <p:cNvSpPr txBox="1">
            <a:spLocks/>
          </p:cNvSpPr>
          <p:nvPr/>
        </p:nvSpPr>
        <p:spPr>
          <a:xfrm>
            <a:off x="66639" y="2832100"/>
            <a:ext cx="4379889" cy="117754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Top 3 Sectors:</a:t>
            </a:r>
          </a:p>
          <a:p>
            <a:pPr marL="457200" lvl="1" indent="0">
              <a:buNone/>
            </a:pPr>
            <a:r>
              <a:rPr lang="en-US" sz="2000" b="1" dirty="0"/>
              <a:t>1) Information Technology </a:t>
            </a:r>
            <a:r>
              <a:rPr lang="en-US" sz="2000" b="1" dirty="0">
                <a:solidFill>
                  <a:schemeClr val="accent6"/>
                </a:solidFill>
              </a:rPr>
              <a:t>(+164.9%)</a:t>
            </a:r>
          </a:p>
          <a:p>
            <a:pPr marL="457200" lvl="1" indent="0">
              <a:buNone/>
            </a:pPr>
            <a:r>
              <a:rPr lang="en-US" sz="2000" b="1" dirty="0"/>
              <a:t>2) Materials </a:t>
            </a:r>
            <a:r>
              <a:rPr lang="en-US" sz="2000" b="1" dirty="0">
                <a:solidFill>
                  <a:schemeClr val="accent6"/>
                </a:solidFill>
              </a:rPr>
              <a:t>(+125.6%)</a:t>
            </a:r>
          </a:p>
          <a:p>
            <a:pPr marL="457200" lvl="1" indent="0">
              <a:buNone/>
            </a:pPr>
            <a:r>
              <a:rPr lang="en-US" sz="2000" b="1" dirty="0"/>
              <a:t>3) Healthcare </a:t>
            </a:r>
            <a:r>
              <a:rPr lang="en-US" sz="2000" b="1" dirty="0">
                <a:solidFill>
                  <a:schemeClr val="accent6"/>
                </a:solidFill>
              </a:rPr>
              <a:t>(+108.2%)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8263D-5E54-31D8-D08F-3E300B2BF21B}"/>
              </a:ext>
            </a:extLst>
          </p:cNvPr>
          <p:cNvSpPr txBox="1"/>
          <p:nvPr/>
        </p:nvSpPr>
        <p:spPr>
          <a:xfrm>
            <a:off x="4641815" y="1112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*Visualization: </a:t>
            </a:r>
            <a:r>
              <a:rPr lang="en-US" sz="1800" b="1" dirty="0"/>
              <a:t>Excel Pivot Chart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3E49A8-4699-A002-940B-2421AB613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750" y="1481840"/>
            <a:ext cx="6969756" cy="46525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C6F774-4622-0623-5331-F7A09C63A772}"/>
              </a:ext>
            </a:extLst>
          </p:cNvPr>
          <p:cNvSpPr txBox="1"/>
          <p:nvPr/>
        </p:nvSpPr>
        <p:spPr>
          <a:xfrm>
            <a:off x="128016" y="5560826"/>
            <a:ext cx="6123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*Found via </a:t>
            </a:r>
            <a:r>
              <a:rPr lang="en-US" sz="1800" b="1" dirty="0"/>
              <a:t>BigQuery</a:t>
            </a:r>
            <a:r>
              <a:rPr lang="en-US" b="1" dirty="0"/>
              <a:t>(SQL)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11586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CAE82-0C93-54AE-A6C7-0FCBF40BD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8250E-8B5E-9960-4C86-B6D64FF8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01" y="1286064"/>
            <a:ext cx="3864443" cy="15782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dirty="0">
                <a:latin typeface="Abadi" panose="020B0604020104020204" pitchFamily="34" charset="0"/>
              </a:rPr>
              <a:t>Does Trading Volume Influence Stock Profitability?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2806B52A-354D-30E7-9162-725548371981}"/>
              </a:ext>
            </a:extLst>
          </p:cNvPr>
          <p:cNvSpPr txBox="1">
            <a:spLocks/>
          </p:cNvSpPr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endParaRPr lang="en-US" sz="1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46B1D8-101C-A483-7420-BD6B022B7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332" y="481219"/>
            <a:ext cx="6021705" cy="6262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93FC77-1B79-9F71-ACA0-934CD4719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41" b="1"/>
          <a:stretch>
            <a:fillRect/>
          </a:stretch>
        </p:blipFill>
        <p:spPr>
          <a:xfrm>
            <a:off x="6396079" y="1079203"/>
            <a:ext cx="1515502" cy="201168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8784ECAC-1B0E-D6B7-32AD-9A9063C01D54}"/>
              </a:ext>
            </a:extLst>
          </p:cNvPr>
          <p:cNvSpPr txBox="1">
            <a:spLocks/>
          </p:cNvSpPr>
          <p:nvPr/>
        </p:nvSpPr>
        <p:spPr>
          <a:xfrm>
            <a:off x="736401" y="2181890"/>
            <a:ext cx="3374500" cy="187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R-Squared: 0.38</a:t>
            </a:r>
          </a:p>
          <a:p>
            <a:r>
              <a:rPr lang="en-US" sz="2000" dirty="0"/>
              <a:t>P-value: </a:t>
            </a:r>
            <a:r>
              <a:rPr lang="en-US" sz="2000" dirty="0">
                <a:solidFill>
                  <a:schemeClr val="accent6"/>
                </a:solidFill>
              </a:rPr>
              <a:t>0.05</a:t>
            </a:r>
          </a:p>
          <a:p>
            <a:endParaRPr lang="en-US" sz="2000" dirty="0">
              <a:solidFill>
                <a:schemeClr val="accent6"/>
              </a:solidFill>
            </a:endParaRPr>
          </a:p>
          <a:p>
            <a:r>
              <a:rPr lang="en-US" sz="2000" dirty="0">
                <a:solidFill>
                  <a:schemeClr val="accent6"/>
                </a:solidFill>
              </a:rPr>
              <a:t>Statistically Significant</a:t>
            </a:r>
          </a:p>
          <a:p>
            <a:endParaRPr lang="en-US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9FE6F-752B-A5A3-A654-831398D46344}"/>
              </a:ext>
            </a:extLst>
          </p:cNvPr>
          <p:cNvSpPr txBox="1"/>
          <p:nvPr/>
        </p:nvSpPr>
        <p:spPr>
          <a:xfrm>
            <a:off x="5580184" y="1118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*Visualization: </a:t>
            </a:r>
            <a:r>
              <a:rPr lang="en-US" sz="1800" b="1" dirty="0"/>
              <a:t>Tableau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8749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86A5B-8BA2-AD5A-36B9-5989659A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A3943AD-B295-C110-CC75-90E4790CD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A174E634-390A-DAEA-E8F9-B53FB8381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04BD9-B91B-1652-C40D-522E6279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07573"/>
            <a:ext cx="3412218" cy="95867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dirty="0">
                <a:latin typeface="Abadi" panose="020B0604020104020204" pitchFamily="34" charset="0"/>
              </a:rPr>
              <a:t>Does Higher Risk Lead to Higher Profit?</a:t>
            </a:r>
            <a:endParaRPr lang="en-US" sz="3200" b="1" kern="12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68BE86F-13D2-3D1A-DD5F-88C823B26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252E572-D4B0-7291-EB80-9373C078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667F9DCA-52BA-8266-D6FF-B39EBE107802}"/>
              </a:ext>
            </a:extLst>
          </p:cNvPr>
          <p:cNvSpPr txBox="1">
            <a:spLocks/>
          </p:cNvSpPr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endParaRPr lang="en-US" sz="17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16A8CBE-7A5A-CD89-E587-EFE64C35C557}"/>
              </a:ext>
            </a:extLst>
          </p:cNvPr>
          <p:cNvSpPr txBox="1">
            <a:spLocks/>
          </p:cNvSpPr>
          <p:nvPr/>
        </p:nvSpPr>
        <p:spPr>
          <a:xfrm>
            <a:off x="831375" y="2270947"/>
            <a:ext cx="3374500" cy="187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/>
          </a:p>
          <a:p>
            <a:r>
              <a:rPr lang="en-US" sz="2000" dirty="0"/>
              <a:t>R-Squared: 0.10</a:t>
            </a:r>
          </a:p>
          <a:p>
            <a:r>
              <a:rPr lang="en-US" sz="2000" dirty="0"/>
              <a:t>P-value: </a:t>
            </a:r>
            <a:r>
              <a:rPr lang="en-US" sz="2000" dirty="0">
                <a:solidFill>
                  <a:srgbClr val="FFFF00"/>
                </a:solidFill>
              </a:rPr>
              <a:t>0.35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>
                <a:solidFill>
                  <a:srgbClr val="FFFF00"/>
                </a:solidFill>
              </a:rPr>
              <a:t>Not Statistically Significant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207DEF-414C-29C4-994C-E28469C16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81" y="369332"/>
            <a:ext cx="5829444" cy="62709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B4EA71-4EB8-08E6-1CA5-9692B2896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41" b="1"/>
          <a:stretch>
            <a:fillRect/>
          </a:stretch>
        </p:blipFill>
        <p:spPr>
          <a:xfrm>
            <a:off x="6746599" y="1369901"/>
            <a:ext cx="1515502" cy="2011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25B345-49C0-421C-8E34-5B51320C6A95}"/>
              </a:ext>
            </a:extLst>
          </p:cNvPr>
          <p:cNvSpPr txBox="1"/>
          <p:nvPr/>
        </p:nvSpPr>
        <p:spPr>
          <a:xfrm>
            <a:off x="5952981" y="330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*Visualization: </a:t>
            </a:r>
            <a:r>
              <a:rPr lang="en-US" sz="1800" b="1" dirty="0"/>
              <a:t>Tableau</a:t>
            </a:r>
            <a:endParaRPr lang="en-US" sz="1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08C51B-4674-656C-7C67-7BAC0C88F8DA}"/>
              </a:ext>
            </a:extLst>
          </p:cNvPr>
          <p:cNvSpPr txBox="1">
            <a:spLocks/>
          </p:cNvSpPr>
          <p:nvPr/>
        </p:nvSpPr>
        <p:spPr>
          <a:xfrm>
            <a:off x="1074191" y="4369288"/>
            <a:ext cx="3678775" cy="187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Volatility 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927DE-7B05-3BF4-B766-E101D545FA14}"/>
              </a:ext>
            </a:extLst>
          </p:cNvPr>
          <p:cNvSpPr txBox="1"/>
          <p:nvPr/>
        </p:nvSpPr>
        <p:spPr>
          <a:xfrm>
            <a:off x="2421660" y="4706184"/>
            <a:ext cx="1735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Standard Deviation of Average Daily Returns</a:t>
            </a:r>
            <a:endParaRPr lang="en-US" sz="1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97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55656-87FA-C19D-5CDC-231A87A2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1731BAF-A287-7E70-7553-8EEE056A4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0B1B6077-1D29-C369-613E-0EBDB4ADB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D9A10-12AA-D98F-6122-0593F3C2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978619"/>
            <a:ext cx="3634500" cy="110642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Does Win Rate (%) Influence Profit?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793813C-E715-566E-03F3-AAD051730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E61197A-2231-D373-7B11-33AFB713D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093976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69D1DEB9-B537-9AB4-3A3C-1F04CBFE5256}"/>
              </a:ext>
            </a:extLst>
          </p:cNvPr>
          <p:cNvSpPr txBox="1">
            <a:spLocks/>
          </p:cNvSpPr>
          <p:nvPr/>
        </p:nvSpPr>
        <p:spPr>
          <a:xfrm>
            <a:off x="841248" y="2252870"/>
            <a:ext cx="3412219" cy="3560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>
              <a:buNone/>
            </a:pPr>
            <a:endParaRPr lang="en-US" sz="170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967DD8D-9F56-A961-984B-FF9395E44689}"/>
              </a:ext>
            </a:extLst>
          </p:cNvPr>
          <p:cNvSpPr txBox="1">
            <a:spLocks/>
          </p:cNvSpPr>
          <p:nvPr/>
        </p:nvSpPr>
        <p:spPr>
          <a:xfrm>
            <a:off x="831375" y="2270947"/>
            <a:ext cx="3374500" cy="187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/>
          </a:p>
          <a:p>
            <a:r>
              <a:rPr lang="en-US" sz="2000" dirty="0"/>
              <a:t>R-Squared: 0.48</a:t>
            </a:r>
          </a:p>
          <a:p>
            <a:r>
              <a:rPr lang="en-US" sz="2000" dirty="0"/>
              <a:t>P-value: </a:t>
            </a:r>
            <a:r>
              <a:rPr lang="en-US" sz="2000" dirty="0">
                <a:solidFill>
                  <a:schemeClr val="accent6"/>
                </a:solidFill>
              </a:rPr>
              <a:t>0.02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2000" dirty="0">
                <a:solidFill>
                  <a:schemeClr val="accent6"/>
                </a:solidFill>
              </a:rPr>
              <a:t>Statistically Significant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3381C-40C8-D71E-E2EB-75CFB600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836" y="481219"/>
            <a:ext cx="5843389" cy="61525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52703-4D45-12D4-4262-9DBF9FC05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41" b="1"/>
          <a:stretch>
            <a:fillRect/>
          </a:stretch>
        </p:blipFill>
        <p:spPr>
          <a:xfrm>
            <a:off x="6487519" y="1079203"/>
            <a:ext cx="1515502" cy="2011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D8F636-2A60-51CE-D09D-D890DB234C91}"/>
              </a:ext>
            </a:extLst>
          </p:cNvPr>
          <p:cNvSpPr txBox="1"/>
          <p:nvPr/>
        </p:nvSpPr>
        <p:spPr>
          <a:xfrm>
            <a:off x="5745836" y="1118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*Visualization: </a:t>
            </a:r>
            <a:r>
              <a:rPr lang="en-US" sz="1800" b="1" dirty="0"/>
              <a:t>Tableau</a:t>
            </a:r>
            <a:endParaRPr lang="en-US" sz="1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0C737B-367F-B1B4-24A0-0C2E532F6F63}"/>
              </a:ext>
            </a:extLst>
          </p:cNvPr>
          <p:cNvSpPr txBox="1">
            <a:spLocks/>
          </p:cNvSpPr>
          <p:nvPr/>
        </p:nvSpPr>
        <p:spPr>
          <a:xfrm>
            <a:off x="602775" y="4456793"/>
            <a:ext cx="3678775" cy="187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Win Rate (%) 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61E80-BA9F-ED3C-1B14-00BCDA7BCBDD}"/>
              </a:ext>
            </a:extLst>
          </p:cNvPr>
          <p:cNvSpPr txBox="1"/>
          <p:nvPr/>
        </p:nvSpPr>
        <p:spPr>
          <a:xfrm>
            <a:off x="2312970" y="5070688"/>
            <a:ext cx="2372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Positive Trading Days  Total Trading Days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3BAF6A-F325-82AA-2DF6-1EBE8072BCB4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2312970" y="5393854"/>
            <a:ext cx="22070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51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0FB72-5C37-12B1-E5E9-B9FE3C61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161DD8-A0EA-C1B4-E608-6E14F015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FD827D8-8EBD-B943-A70D-C83C0768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E2287D3-64A2-E4E3-EDF2-E3DE270BB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7BB68-B48C-97AA-9ED2-7E05093B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 dirty="0"/>
              <a:t>Analysis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2C232D-8A11-A3F2-793A-95AE5EB2B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201F8-6932-94AF-DA6C-9860EEED0488}"/>
              </a:ext>
            </a:extLst>
          </p:cNvPr>
          <p:cNvSpPr txBox="1"/>
          <p:nvPr/>
        </p:nvSpPr>
        <p:spPr>
          <a:xfrm>
            <a:off x="562354" y="1899601"/>
            <a:ext cx="1106424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badi" panose="020F0502020204030204" pitchFamily="34" charset="0"/>
              </a:rPr>
              <a:t>After my data analysis of the S&amp;P 500 from 2013-2018, I can conclude from this data that: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Abadi" panose="020F0502020204030204" pitchFamily="34" charset="0"/>
              </a:rPr>
              <a:t>The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most</a:t>
            </a:r>
            <a:r>
              <a:rPr lang="en-US" sz="2800" dirty="0">
                <a:latin typeface="Abadi" panose="020F0502020204030204" pitchFamily="34" charset="0"/>
              </a:rPr>
              <a:t>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profitable sector </a:t>
            </a:r>
            <a:r>
              <a:rPr lang="en-US" sz="2800" dirty="0">
                <a:latin typeface="Abadi" panose="020F0502020204030204" pitchFamily="34" charset="0"/>
              </a:rPr>
              <a:t>was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Information Technology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Abadi" panose="020F0502020204030204" pitchFamily="34" charset="0"/>
              </a:rPr>
              <a:t>The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most</a:t>
            </a:r>
            <a:r>
              <a:rPr lang="en-US" sz="2800" dirty="0">
                <a:latin typeface="Abadi" panose="020F0502020204030204" pitchFamily="34" charset="0"/>
              </a:rPr>
              <a:t>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profitable position </a:t>
            </a:r>
            <a:r>
              <a:rPr lang="en-US" sz="2800" dirty="0">
                <a:latin typeface="Abadi" panose="020F0502020204030204" pitchFamily="34" charset="0"/>
              </a:rPr>
              <a:t>was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 NVIDIA Corp. </a:t>
            </a:r>
            <a:r>
              <a:rPr lang="en-US" sz="2800" dirty="0">
                <a:latin typeface="Abadi" panose="020F0502020204030204" pitchFamily="34" charset="0"/>
              </a:rPr>
              <a:t>with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 +1750% </a:t>
            </a:r>
            <a:r>
              <a:rPr lang="en-US" sz="2800" dirty="0">
                <a:latin typeface="Abadi" panose="020F0502020204030204" pitchFamily="34" charset="0"/>
              </a:rPr>
              <a:t>profit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Abadi" panose="020F0502020204030204" pitchFamily="34" charset="0"/>
              </a:rPr>
              <a:t>The </a:t>
            </a:r>
            <a:r>
              <a:rPr lang="en-US" sz="2800" dirty="0">
                <a:solidFill>
                  <a:srgbClr val="FF0000"/>
                </a:solidFill>
                <a:latin typeface="Abadi" panose="020F0502020204030204" pitchFamily="34" charset="0"/>
              </a:rPr>
              <a:t>least profitable sector </a:t>
            </a:r>
            <a:r>
              <a:rPr lang="en-US" sz="2800" dirty="0">
                <a:latin typeface="Abadi" panose="020F0502020204030204" pitchFamily="34" charset="0"/>
              </a:rPr>
              <a:t>was </a:t>
            </a:r>
            <a:r>
              <a:rPr lang="en-US" sz="2800" dirty="0">
                <a:solidFill>
                  <a:srgbClr val="FF0000"/>
                </a:solidFill>
                <a:latin typeface="Abadi" panose="020F0502020204030204" pitchFamily="34" charset="0"/>
              </a:rPr>
              <a:t>Energy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Abadi" panose="020F0502020204030204" pitchFamily="34" charset="0"/>
              </a:rPr>
              <a:t>The </a:t>
            </a:r>
            <a:r>
              <a:rPr lang="en-US" sz="2800" dirty="0">
                <a:solidFill>
                  <a:srgbClr val="FF0000"/>
                </a:solidFill>
                <a:latin typeface="Abadi" panose="020F0502020204030204" pitchFamily="34" charset="0"/>
              </a:rPr>
              <a:t>least profitable position </a:t>
            </a:r>
            <a:r>
              <a:rPr lang="en-US" sz="2800" dirty="0">
                <a:latin typeface="Abadi" panose="020F0502020204030204" pitchFamily="34" charset="0"/>
              </a:rPr>
              <a:t>was </a:t>
            </a:r>
            <a:r>
              <a:rPr lang="en-US" sz="2800" dirty="0">
                <a:solidFill>
                  <a:srgbClr val="FF0000"/>
                </a:solidFill>
                <a:latin typeface="Abadi" panose="020F0502020204030204" pitchFamily="34" charset="0"/>
              </a:rPr>
              <a:t>Chesapeake Energy </a:t>
            </a:r>
            <a:r>
              <a:rPr lang="en-US" sz="2800" dirty="0">
                <a:latin typeface="Abadi" panose="020F0502020204030204" pitchFamily="34" charset="0"/>
              </a:rPr>
              <a:t>with </a:t>
            </a:r>
            <a:r>
              <a:rPr lang="en-US" sz="2800" dirty="0">
                <a:solidFill>
                  <a:srgbClr val="FF0000"/>
                </a:solidFill>
                <a:latin typeface="Abadi" panose="020F0502020204030204" pitchFamily="34" charset="0"/>
              </a:rPr>
              <a:t>-86% </a:t>
            </a:r>
            <a:r>
              <a:rPr lang="en-US" sz="2800" dirty="0">
                <a:latin typeface="Abadi" panose="020F0502020204030204" pitchFamily="34" charset="0"/>
              </a:rPr>
              <a:t>profit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Abadi" panose="020F0502020204030204" pitchFamily="34" charset="0"/>
              </a:rPr>
              <a:t>Volume and Profit have a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moderately</a:t>
            </a:r>
            <a:r>
              <a:rPr lang="en-US" sz="2800" dirty="0">
                <a:latin typeface="Abadi" panose="020F0502020204030204" pitchFamily="34" charset="0"/>
              </a:rPr>
              <a:t>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positive linear correlation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Abadi" panose="020F0502020204030204" pitchFamily="34" charset="0"/>
              </a:rPr>
              <a:t>Volatility and Profit </a:t>
            </a:r>
            <a:r>
              <a:rPr lang="en-US" sz="2800" dirty="0">
                <a:solidFill>
                  <a:srgbClr val="FFFF00"/>
                </a:solidFill>
                <a:latin typeface="Abadi" panose="020F0502020204030204" pitchFamily="34" charset="0"/>
              </a:rPr>
              <a:t>do not have any significant correlation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latin typeface="Abadi" panose="020F0502020204030204" pitchFamily="34" charset="0"/>
              </a:rPr>
              <a:t>Win Rate (%) and Profit have a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moderately</a:t>
            </a:r>
            <a:r>
              <a:rPr lang="en-US" sz="2800" dirty="0">
                <a:latin typeface="Abadi" panose="020F0502020204030204" pitchFamily="34" charset="0"/>
              </a:rPr>
              <a:t> 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positive linear correlation</a:t>
            </a:r>
          </a:p>
          <a:p>
            <a:pPr marL="457200" indent="-457200">
              <a:buFontTx/>
              <a:buChar char="-"/>
            </a:pPr>
            <a:endParaRPr lang="en-US" sz="2800" b="1" dirty="0">
              <a:solidFill>
                <a:schemeClr val="accent6"/>
              </a:solidFill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45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237F6-F5EE-F5BB-3E49-F7D5F1DA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7BD19D-988D-AD8E-FE50-A3378C153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D5337448-786C-828B-64C2-3B0F8B3F4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6A595C-E4D5-63EA-C74F-61911AA15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CEE31-4085-794E-98A1-3A2D87614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b="1" dirty="0"/>
              <a:t>Investor Recommendations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91B41E-A5DD-E945-FB79-D088439C2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6C011C-F098-1497-D501-FE8A783A7613}"/>
              </a:ext>
            </a:extLst>
          </p:cNvPr>
          <p:cNvSpPr txBox="1"/>
          <p:nvPr/>
        </p:nvSpPr>
        <p:spPr>
          <a:xfrm>
            <a:off x="562354" y="2144119"/>
            <a:ext cx="110642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 Investors should consider </a:t>
            </a:r>
            <a:r>
              <a:rPr lang="en-US" sz="2800" b="1" dirty="0">
                <a:solidFill>
                  <a:srgbClr val="FFFF00"/>
                </a:solidFill>
              </a:rPr>
              <a:t>historical sector performance</a:t>
            </a:r>
            <a:r>
              <a:rPr lang="en-US" sz="2800" dirty="0"/>
              <a:t>, since some sectors performed substantially better than others</a:t>
            </a:r>
            <a:endParaRPr lang="en-US" sz="2800" b="1" dirty="0">
              <a:solidFill>
                <a:srgbClr val="FFFF00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FF00"/>
                </a:solidFill>
              </a:rPr>
              <a:t>Trading volume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800" dirty="0"/>
              <a:t>may serve as an indicator of future profit for investors</a:t>
            </a:r>
          </a:p>
          <a:p>
            <a:pPr marL="457200" indent="-457200">
              <a:buFontTx/>
              <a:buChar char="-"/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FFFF00"/>
                </a:solidFill>
              </a:rPr>
              <a:t>Win Rate (%) </a:t>
            </a:r>
            <a:r>
              <a:rPr lang="en-US" sz="2800" dirty="0"/>
              <a:t>may serve as an indicator of future profit for investors </a:t>
            </a:r>
          </a:p>
          <a:p>
            <a:pPr marL="457200" indent="-457200">
              <a:buFontTx/>
              <a:buChar char="-"/>
            </a:pPr>
            <a:endParaRPr lang="en-US" sz="2800" b="1" dirty="0">
              <a:solidFill>
                <a:schemeClr val="accent6"/>
              </a:solidFill>
              <a:latin typeface="Abadi" panose="020F0502020204030204" pitchFamily="34" charset="0"/>
            </a:endParaRPr>
          </a:p>
          <a:p>
            <a:endParaRPr lang="en-US" sz="2800" b="1" dirty="0">
              <a:solidFill>
                <a:schemeClr val="accent6"/>
              </a:solidFill>
              <a:latin typeface="Abadi" panose="020F0502020204030204" pitchFamily="34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Abadi" panose="020F0502020204030204" pitchFamily="34" charset="0"/>
              </a:rPr>
              <a:t>For Future Research:</a:t>
            </a:r>
          </a:p>
          <a:p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	</a:t>
            </a:r>
            <a:r>
              <a:rPr lang="en-US" sz="2800" dirty="0">
                <a:latin typeface="Abadi" panose="020F0502020204030204" pitchFamily="34" charset="0"/>
              </a:rPr>
              <a:t>-</a:t>
            </a:r>
            <a:r>
              <a:rPr lang="en-US" sz="2800" dirty="0">
                <a:solidFill>
                  <a:schemeClr val="accent6"/>
                </a:solidFill>
                <a:latin typeface="Abadi" panose="020F0502020204030204" pitchFamily="34" charset="0"/>
              </a:rPr>
              <a:t> </a:t>
            </a:r>
            <a:r>
              <a:rPr lang="en-US" sz="2800" dirty="0"/>
              <a:t>More recent market data should be incorporated to determine whether these historical relationships persist under current markets.</a:t>
            </a:r>
            <a:endParaRPr lang="en-US" sz="2800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595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9CF44-C7C3-A7EE-3470-BB774089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CBCD290-6337-9062-EB17-D5F73FBE5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B724D58-CBA2-26F0-154A-58DDA3C3A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D78B846F-0CE7-DA5E-503C-FF67B6FD5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BFEA5-487B-B6D0-DD7C-428B1AC3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dirty="0"/>
              <a:t>Appendices (SQL Scripts)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C3E704-6026-1F20-E7BD-621EFCC33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5D5CC-BB86-3921-D8BB-5DA3A2F19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348" y="2118843"/>
            <a:ext cx="11064242" cy="701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Scripts for Most/Least Profitable Stocks on Avg.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A59D6-649B-5A78-227B-420B6B652A57}"/>
              </a:ext>
            </a:extLst>
          </p:cNvPr>
          <p:cNvSpPr txBox="1"/>
          <p:nvPr/>
        </p:nvSpPr>
        <p:spPr>
          <a:xfrm>
            <a:off x="6797038" y="2788140"/>
            <a:ext cx="4937762" cy="380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SELECT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 Name,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 Sector,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 CAST((Overall_Profit_2013_2018)*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bg2">
                  <a:lumMod val="50000"/>
                  <a:lumOff val="5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100 AS INT64) AS 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bg2">
                  <a:lumMod val="50000"/>
                  <a:lumOff val="5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Overall_Profit_Percentage</a:t>
            </a:r>
          </a:p>
          <a:p>
            <a:pPr>
              <a:lnSpc>
                <a:spcPts val="1200"/>
              </a:lnSpc>
              <a:buNone/>
            </a:pPr>
            <a:b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</a:b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FROM `mystic-benefit-497822-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bg2">
                  <a:lumMod val="50000"/>
                  <a:lumOff val="5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t2.stock_data.stock_data_cleaned`</a:t>
            </a:r>
          </a:p>
          <a:p>
            <a:pPr>
              <a:lnSpc>
                <a:spcPts val="1200"/>
              </a:lnSpc>
              <a:buNone/>
            </a:pPr>
            <a:b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</a:b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ORDER BY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Overall_Profit_2013_2018 ASC </a:t>
            </a:r>
          </a:p>
          <a:p>
            <a:pPr>
              <a:lnSpc>
                <a:spcPts val="1200"/>
              </a:lnSpc>
              <a:buNone/>
            </a:pPr>
            <a:b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</a:b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LIMIT 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643D5A-FC88-87E6-39F1-61254C5B67D4}"/>
              </a:ext>
            </a:extLst>
          </p:cNvPr>
          <p:cNvSpPr txBox="1"/>
          <p:nvPr/>
        </p:nvSpPr>
        <p:spPr>
          <a:xfrm>
            <a:off x="929638" y="2800485"/>
            <a:ext cx="4937762" cy="380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SELECT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 Name,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 Sector,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 CAST((Overall_Profit_2013_2018)*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bg2">
                  <a:lumMod val="50000"/>
                  <a:lumOff val="5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100 AS INT64) AS 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bg2">
                  <a:lumMod val="50000"/>
                  <a:lumOff val="5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Overall_Profit_Percentage</a:t>
            </a:r>
          </a:p>
          <a:p>
            <a:pPr>
              <a:lnSpc>
                <a:spcPts val="1200"/>
              </a:lnSpc>
              <a:buNone/>
            </a:pPr>
            <a:b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</a:b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FROM `mystic-benefit-497822-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bg2">
                  <a:lumMod val="50000"/>
                  <a:lumOff val="5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t2.stock_data.stock_data_cleaned`</a:t>
            </a:r>
          </a:p>
          <a:p>
            <a:pPr>
              <a:lnSpc>
                <a:spcPts val="1200"/>
              </a:lnSpc>
              <a:buNone/>
            </a:pPr>
            <a:b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</a:b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ORDER BY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 Overall_Profit_2013_2018 DESC </a:t>
            </a:r>
          </a:p>
          <a:p>
            <a:pPr>
              <a:lnSpc>
                <a:spcPts val="1200"/>
              </a:lnSpc>
              <a:buNone/>
            </a:pPr>
            <a:b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</a:br>
            <a:endParaRPr lang="en-US" b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Roboto Mono" panose="00000009000000000000" pitchFamily="49" charset="0"/>
              </a:rPr>
              <a:t>LIMIT 5</a:t>
            </a:r>
          </a:p>
        </p:txBody>
      </p:sp>
    </p:spTree>
    <p:extLst>
      <p:ext uri="{BB962C8B-B14F-4D97-AF65-F5344CB8AC3E}">
        <p14:creationId xmlns:p14="http://schemas.microsoft.com/office/powerpoint/2010/main" val="1985648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0D980-699B-DE51-6833-E2E56DD7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019824-88E9-71AA-3D9F-2A4F69E6C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07BC016C-F5C9-CC6B-5113-307EE6BA7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93D8FBD-B8A7-8167-1239-DB216B4AE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D794D-64F7-EAB5-CE31-E0603552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dirty="0"/>
              <a:t>Appendices (SQL Scripts)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7D8F57-B0D5-024F-A4B0-F1623DD6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16018-0694-144B-6A13-30811ED3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348" y="2118843"/>
            <a:ext cx="11064242" cy="701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Scripts for Most/Least Profitable Sectors on Avg.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19235-6E25-44DE-4E09-2027E2597EE5}"/>
              </a:ext>
            </a:extLst>
          </p:cNvPr>
          <p:cNvSpPr txBox="1"/>
          <p:nvPr/>
        </p:nvSpPr>
        <p:spPr>
          <a:xfrm>
            <a:off x="216728" y="2776858"/>
            <a:ext cx="6007609" cy="3034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SELECT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Sector,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(100 * AVG(Overall_Profit_2013_2018)) AS 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Overall_Profit_Percentage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FROM `mystic-benefit-497822 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t2.stock_data.stock_data_cleaned`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GROUP BY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Sector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ORDER BY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Overall_Profit_Percentage DESC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C0CBF-CF2E-39E9-D5EE-7C6FEDF2A70D}"/>
              </a:ext>
            </a:extLst>
          </p:cNvPr>
          <p:cNvSpPr txBox="1"/>
          <p:nvPr/>
        </p:nvSpPr>
        <p:spPr>
          <a:xfrm>
            <a:off x="6094476" y="2829217"/>
            <a:ext cx="6007609" cy="3034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SELECT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Sector,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(100 * AVG(Overall_Profit_2013_2018)) AS 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Overall_Profit_Percentage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FROM `mystic-benefit-497822 </a:t>
            </a:r>
          </a:p>
          <a:p>
            <a:pPr>
              <a:lnSpc>
                <a:spcPts val="1200"/>
              </a:lnSpc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t2.stock_data.stock_data_cleaned`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GROUP BY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Sector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ORDER BY </a:t>
            </a:r>
          </a:p>
          <a:p>
            <a:pPr>
              <a:lnSpc>
                <a:spcPts val="1200"/>
              </a:lnSpc>
              <a:buNone/>
            </a:pPr>
            <a:endParaRPr lang="en-US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Roboto Mono" panose="00000009000000000000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US" b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Roboto Mono" panose="00000009000000000000" pitchFamily="49" charset="0"/>
              </a:rPr>
              <a:t>  Overall_Profit_Percentage ASC</a:t>
            </a:r>
          </a:p>
        </p:txBody>
      </p:sp>
    </p:spTree>
    <p:extLst>
      <p:ext uri="{BB962C8B-B14F-4D97-AF65-F5344CB8AC3E}">
        <p14:creationId xmlns:p14="http://schemas.microsoft.com/office/powerpoint/2010/main" val="2269246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296</TotalTime>
  <Words>804</Words>
  <Application>Microsoft Office PowerPoint</Application>
  <PresentationFormat>Widescreen</PresentationFormat>
  <Paragraphs>246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Abadi</vt:lpstr>
      <vt:lpstr>Aptos</vt:lpstr>
      <vt:lpstr>Aptos Display</vt:lpstr>
      <vt:lpstr>Arial</vt:lpstr>
      <vt:lpstr>Calibri</vt:lpstr>
      <vt:lpstr>Roboto Mono</vt:lpstr>
      <vt:lpstr>Office Theme</vt:lpstr>
      <vt:lpstr>S&amp;P 500 Profitability: Identifying Characteristics of High-Performing Sectors  (2013-2018)</vt:lpstr>
      <vt:lpstr>Objective for Data Analysis</vt:lpstr>
      <vt:lpstr>Data Analysis  Process</vt:lpstr>
      <vt:lpstr>Data Overview</vt:lpstr>
      <vt:lpstr>Top Performers</vt:lpstr>
      <vt:lpstr>Bottom Performers</vt:lpstr>
      <vt:lpstr>Profit By Sector</vt:lpstr>
      <vt:lpstr>Does Trading Volume Influence Stock Profitability?</vt:lpstr>
      <vt:lpstr>Does Higher Risk Lead to Higher Profit?</vt:lpstr>
      <vt:lpstr>Does Win Rate (%) Influence Profit?</vt:lpstr>
      <vt:lpstr>Analysis Summary</vt:lpstr>
      <vt:lpstr>Investor Recommendations</vt:lpstr>
      <vt:lpstr>Appendices (SQL Scripts)</vt:lpstr>
      <vt:lpstr>Appendices (SQL Scripts)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Weinstein</dc:creator>
  <cp:lastModifiedBy>Max Weinstein</cp:lastModifiedBy>
  <cp:revision>1</cp:revision>
  <dcterms:created xsi:type="dcterms:W3CDTF">2026-06-21T18:18:53Z</dcterms:created>
  <dcterms:modified xsi:type="dcterms:W3CDTF">2026-06-24T19:30:35Z</dcterms:modified>
</cp:coreProperties>
</file>